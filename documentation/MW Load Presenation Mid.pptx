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1"/>
  </p:notesMasterIdLst>
  <p:sldIdLst>
    <p:sldId id="256" r:id="rId2"/>
    <p:sldId id="264" r:id="rId3"/>
    <p:sldId id="275" r:id="rId4"/>
    <p:sldId id="260" r:id="rId5"/>
    <p:sldId id="274" r:id="rId6"/>
    <p:sldId id="306" r:id="rId7"/>
    <p:sldId id="307" r:id="rId8"/>
    <p:sldId id="308" r:id="rId9"/>
    <p:sldId id="309" r:id="rId10"/>
    <p:sldId id="310" r:id="rId11"/>
    <p:sldId id="311" r:id="rId12"/>
    <p:sldId id="312" r:id="rId13"/>
    <p:sldId id="314" r:id="rId14"/>
    <p:sldId id="315" r:id="rId15"/>
    <p:sldId id="318" r:id="rId16"/>
    <p:sldId id="316" r:id="rId17"/>
    <p:sldId id="317" r:id="rId18"/>
    <p:sldId id="279" r:id="rId19"/>
    <p:sldId id="319" r:id="rId20"/>
  </p:sldIdLst>
  <p:sldSz cx="9144000" cy="5143500" type="screen16x9"/>
  <p:notesSz cx="6858000" cy="9144000"/>
  <p:embeddedFontLst>
    <p:embeddedFont>
      <p:font typeface="Figtree Black" panose="020B0604020202020204" charset="0"/>
      <p:bold r:id="rId22"/>
      <p:boldItalic r:id="rId23"/>
    </p:embeddedFont>
    <p:embeddedFont>
      <p:font typeface="Hanken Grotesk" panose="020B0604020202020204" charset="0"/>
      <p:regular r:id="rId24"/>
      <p:bold r:id="rId25"/>
      <p:italic r:id="rId26"/>
      <p:boldItalic r:id="rId27"/>
    </p:embeddedFont>
    <p:embeddedFont>
      <p:font typeface="Lato" panose="020F0502020204030203"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01DF658-FB66-45BC-B1B2-7F58DE226FC2}">
  <a:tblStyle styleId="{101DF658-FB66-45BC-B1B2-7F58DE226FC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768ca7ef4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768ca7ef4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1dd46dd1d67_2_6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dd46dd1d67_2_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1340135a080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1340135a080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70062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9443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1070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5646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9489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3151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9561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25234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18529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53489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96352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9012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g117d1415e74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9" name="Google Shape;759;g117d1415e74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7346075" y="130450"/>
            <a:ext cx="4889100" cy="4889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10;p2"/>
          <p:cNvGrpSpPr/>
          <p:nvPr/>
        </p:nvGrpSpPr>
        <p:grpSpPr>
          <a:xfrm>
            <a:off x="727425" y="-49275"/>
            <a:ext cx="7703400" cy="5243325"/>
            <a:chOff x="727425" y="-49275"/>
            <a:chExt cx="7703400" cy="5243325"/>
          </a:xfrm>
        </p:grpSpPr>
        <p:sp>
          <p:nvSpPr>
            <p:cNvPr id="11" name="Google Shape;11;p2"/>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 name="Google Shape;12;p2"/>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13" name="Google Shape;13;p2"/>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14" name="Google Shape;14;p2"/>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1087125" y="2997488"/>
            <a:ext cx="58974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
        <p:cNvGrpSpPr/>
        <p:nvPr/>
      </p:nvGrpSpPr>
      <p:grpSpPr>
        <a:xfrm>
          <a:off x="0" y="0"/>
          <a:ext cx="0" cy="0"/>
          <a:chOff x="0" y="0"/>
          <a:chExt cx="0" cy="0"/>
        </a:xfrm>
      </p:grpSpPr>
      <p:sp>
        <p:nvSpPr>
          <p:cNvPr id="34" name="Google Shape;34;p5"/>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5"/>
          <p:cNvGrpSpPr/>
          <p:nvPr/>
        </p:nvGrpSpPr>
        <p:grpSpPr>
          <a:xfrm>
            <a:off x="-77100" y="232800"/>
            <a:ext cx="8988300" cy="4964300"/>
            <a:chOff x="-77100" y="232800"/>
            <a:chExt cx="8988300" cy="4964300"/>
          </a:xfrm>
        </p:grpSpPr>
        <p:sp>
          <p:nvSpPr>
            <p:cNvPr id="36" name="Google Shape;36;p5"/>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7" name="Google Shape;37;p5"/>
            <p:cNvCxnSpPr/>
            <p:nvPr/>
          </p:nvCxnSpPr>
          <p:spPr>
            <a:xfrm rot="10800000">
              <a:off x="-771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38" name="Google Shape;38;p5"/>
            <p:cNvCxnSpPr/>
            <p:nvPr/>
          </p:nvCxnSpPr>
          <p:spPr>
            <a:xfrm rot="10800000">
              <a:off x="8911200" y="4890500"/>
              <a:ext cx="0" cy="306600"/>
            </a:xfrm>
            <a:prstGeom prst="straightConnector1">
              <a:avLst/>
            </a:prstGeom>
            <a:noFill/>
            <a:ln w="19050" cap="flat" cmpd="sng">
              <a:solidFill>
                <a:schemeClr val="dk1"/>
              </a:solidFill>
              <a:prstDash val="solid"/>
              <a:round/>
              <a:headEnd type="none" w="med" len="med"/>
              <a:tailEnd type="none" w="med" len="med"/>
            </a:ln>
          </p:spPr>
        </p:cxnSp>
      </p:grpSp>
      <p:sp>
        <p:nvSpPr>
          <p:cNvPr id="39" name="Google Shape;39;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0" name="Google Shape;40;p5"/>
          <p:cNvSpPr txBox="1">
            <a:spLocks noGrp="1"/>
          </p:cNvSpPr>
          <p:nvPr>
            <p:ph type="subTitle" idx="1"/>
          </p:nvPr>
        </p:nvSpPr>
        <p:spPr>
          <a:xfrm>
            <a:off x="4651268" y="1736553"/>
            <a:ext cx="3772800" cy="27363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200"/>
              <a:buChar char="●"/>
              <a:defRPr sz="1400">
                <a:latin typeface="Hanken Grotesk"/>
                <a:ea typeface="Hanken Grotesk"/>
                <a:cs typeface="Hanken Grotesk"/>
                <a:sym typeface="Hanken Grotesk"/>
              </a:defRPr>
            </a:lvl1pPr>
            <a:lvl2pPr lvl="1" algn="ctr" rtl="0">
              <a:lnSpc>
                <a:spcPct val="115000"/>
              </a:lnSpc>
              <a:spcBef>
                <a:spcPts val="0"/>
              </a:spcBef>
              <a:spcAft>
                <a:spcPts val="0"/>
              </a:spcAft>
              <a:buSzPts val="2800"/>
              <a:buChar char="○"/>
              <a:defRPr sz="2800"/>
            </a:lvl2pPr>
            <a:lvl3pPr lvl="2" algn="ctr" rtl="0">
              <a:lnSpc>
                <a:spcPct val="115000"/>
              </a:lnSpc>
              <a:spcBef>
                <a:spcPts val="0"/>
              </a:spcBef>
              <a:spcAft>
                <a:spcPts val="0"/>
              </a:spcAft>
              <a:buSzPts val="2800"/>
              <a:buChar char="■"/>
              <a:defRPr sz="2800"/>
            </a:lvl3pPr>
            <a:lvl4pPr lvl="3" algn="ctr" rtl="0">
              <a:lnSpc>
                <a:spcPct val="115000"/>
              </a:lnSpc>
              <a:spcBef>
                <a:spcPts val="0"/>
              </a:spcBef>
              <a:spcAft>
                <a:spcPts val="0"/>
              </a:spcAft>
              <a:buSzPts val="2800"/>
              <a:buChar char="●"/>
              <a:defRPr sz="2800"/>
            </a:lvl4pPr>
            <a:lvl5pPr lvl="4" algn="ctr" rtl="0">
              <a:lnSpc>
                <a:spcPct val="115000"/>
              </a:lnSpc>
              <a:spcBef>
                <a:spcPts val="0"/>
              </a:spcBef>
              <a:spcAft>
                <a:spcPts val="0"/>
              </a:spcAft>
              <a:buSzPts val="2800"/>
              <a:buChar char="○"/>
              <a:defRPr sz="2800"/>
            </a:lvl5pPr>
            <a:lvl6pPr lvl="5" algn="ctr" rtl="0">
              <a:lnSpc>
                <a:spcPct val="115000"/>
              </a:lnSpc>
              <a:spcBef>
                <a:spcPts val="0"/>
              </a:spcBef>
              <a:spcAft>
                <a:spcPts val="0"/>
              </a:spcAft>
              <a:buSzPts val="2800"/>
              <a:buChar char="■"/>
              <a:defRPr sz="2800"/>
            </a:lvl6pPr>
            <a:lvl7pPr lvl="6" algn="ctr" rtl="0">
              <a:lnSpc>
                <a:spcPct val="115000"/>
              </a:lnSpc>
              <a:spcBef>
                <a:spcPts val="0"/>
              </a:spcBef>
              <a:spcAft>
                <a:spcPts val="0"/>
              </a:spcAft>
              <a:buSzPts val="2800"/>
              <a:buChar char="●"/>
              <a:defRPr sz="2800"/>
            </a:lvl7pPr>
            <a:lvl8pPr lvl="7" algn="ctr" rtl="0">
              <a:lnSpc>
                <a:spcPct val="115000"/>
              </a:lnSpc>
              <a:spcBef>
                <a:spcPts val="0"/>
              </a:spcBef>
              <a:spcAft>
                <a:spcPts val="0"/>
              </a:spcAft>
              <a:buSzPts val="2800"/>
              <a:buChar char="○"/>
              <a:defRPr sz="2800"/>
            </a:lvl8pPr>
            <a:lvl9pPr lvl="8" algn="ctr" rtl="0">
              <a:lnSpc>
                <a:spcPct val="115000"/>
              </a:lnSpc>
              <a:spcBef>
                <a:spcPts val="0"/>
              </a:spcBef>
              <a:spcAft>
                <a:spcPts val="0"/>
              </a:spcAft>
              <a:buSzPts val="2800"/>
              <a:buChar char="■"/>
              <a:defRPr sz="2800"/>
            </a:lvl9pPr>
          </a:lstStyle>
          <a:p>
            <a:endParaRPr/>
          </a:p>
        </p:txBody>
      </p:sp>
      <p:sp>
        <p:nvSpPr>
          <p:cNvPr id="41" name="Google Shape;41;p5"/>
          <p:cNvSpPr txBox="1">
            <a:spLocks noGrp="1"/>
          </p:cNvSpPr>
          <p:nvPr>
            <p:ph type="subTitle" idx="2"/>
          </p:nvPr>
        </p:nvSpPr>
        <p:spPr>
          <a:xfrm>
            <a:off x="720000" y="1736553"/>
            <a:ext cx="3772800" cy="27363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200"/>
              <a:buChar char="●"/>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Char char="○"/>
              <a:defRPr sz="2800"/>
            </a:lvl2pPr>
            <a:lvl3pPr lvl="2" algn="ctr" rtl="0">
              <a:lnSpc>
                <a:spcPct val="115000"/>
              </a:lnSpc>
              <a:spcBef>
                <a:spcPts val="0"/>
              </a:spcBef>
              <a:spcAft>
                <a:spcPts val="0"/>
              </a:spcAft>
              <a:buSzPts val="1400"/>
              <a:buChar char="■"/>
              <a:defRPr sz="2800"/>
            </a:lvl3pPr>
            <a:lvl4pPr lvl="3" algn="ctr" rtl="0">
              <a:lnSpc>
                <a:spcPct val="115000"/>
              </a:lnSpc>
              <a:spcBef>
                <a:spcPts val="0"/>
              </a:spcBef>
              <a:spcAft>
                <a:spcPts val="0"/>
              </a:spcAft>
              <a:buSzPts val="1400"/>
              <a:buChar char="●"/>
              <a:defRPr sz="2800"/>
            </a:lvl4pPr>
            <a:lvl5pPr lvl="4" algn="ctr" rtl="0">
              <a:lnSpc>
                <a:spcPct val="115000"/>
              </a:lnSpc>
              <a:spcBef>
                <a:spcPts val="0"/>
              </a:spcBef>
              <a:spcAft>
                <a:spcPts val="0"/>
              </a:spcAft>
              <a:buSzPts val="1400"/>
              <a:buChar char="○"/>
              <a:defRPr sz="2800"/>
            </a:lvl5pPr>
            <a:lvl6pPr lvl="5" algn="ctr" rtl="0">
              <a:lnSpc>
                <a:spcPct val="115000"/>
              </a:lnSpc>
              <a:spcBef>
                <a:spcPts val="0"/>
              </a:spcBef>
              <a:spcAft>
                <a:spcPts val="0"/>
              </a:spcAft>
              <a:buSzPts val="1400"/>
              <a:buChar char="■"/>
              <a:defRPr sz="2800"/>
            </a:lvl6pPr>
            <a:lvl7pPr lvl="6" algn="ctr" rtl="0">
              <a:lnSpc>
                <a:spcPct val="115000"/>
              </a:lnSpc>
              <a:spcBef>
                <a:spcPts val="0"/>
              </a:spcBef>
              <a:spcAft>
                <a:spcPts val="0"/>
              </a:spcAft>
              <a:buSzPts val="1400"/>
              <a:buChar char="●"/>
              <a:defRPr sz="2800"/>
            </a:lvl7pPr>
            <a:lvl8pPr lvl="7" algn="ctr" rtl="0">
              <a:lnSpc>
                <a:spcPct val="115000"/>
              </a:lnSpc>
              <a:spcBef>
                <a:spcPts val="0"/>
              </a:spcBef>
              <a:spcAft>
                <a:spcPts val="0"/>
              </a:spcAft>
              <a:buSzPts val="1400"/>
              <a:buChar char="○"/>
              <a:defRPr sz="2800"/>
            </a:lvl8pPr>
            <a:lvl9pPr lvl="8" algn="ctr" rtl="0">
              <a:lnSpc>
                <a:spcPct val="115000"/>
              </a:lnSpc>
              <a:spcBef>
                <a:spcPts val="0"/>
              </a:spcBef>
              <a:spcAft>
                <a:spcPts val="0"/>
              </a:spcAft>
              <a:buSzPts val="1400"/>
              <a:buChar char="■"/>
              <a:defRPr sz="2800"/>
            </a:lvl9pPr>
          </a:lstStyle>
          <a:p>
            <a:endParaRPr/>
          </a:p>
        </p:txBody>
      </p:sp>
      <p:sp>
        <p:nvSpPr>
          <p:cNvPr id="42" name="Google Shape;42;p5"/>
          <p:cNvSpPr txBox="1">
            <a:spLocks noGrp="1"/>
          </p:cNvSpPr>
          <p:nvPr>
            <p:ph type="subTitle" idx="3"/>
          </p:nvPr>
        </p:nvSpPr>
        <p:spPr>
          <a:xfrm>
            <a:off x="720000" y="1451250"/>
            <a:ext cx="3772800" cy="361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a:endParaRPr/>
          </a:p>
        </p:txBody>
      </p:sp>
      <p:sp>
        <p:nvSpPr>
          <p:cNvPr id="43" name="Google Shape;43;p5"/>
          <p:cNvSpPr txBox="1">
            <a:spLocks noGrp="1"/>
          </p:cNvSpPr>
          <p:nvPr>
            <p:ph type="subTitle" idx="4"/>
          </p:nvPr>
        </p:nvSpPr>
        <p:spPr>
          <a:xfrm>
            <a:off x="4651268" y="1451250"/>
            <a:ext cx="3772800" cy="3615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rtl="0">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rtl="0">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rtl="0">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rtl="0">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rtl="0">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rtl="0">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rtl="0">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9"/>
          <p:cNvSpPr/>
          <p:nvPr/>
        </p:nvSpPr>
        <p:spPr>
          <a:xfrm>
            <a:off x="-2613450" y="-126025"/>
            <a:ext cx="5402100" cy="5402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9"/>
          <p:cNvGrpSpPr/>
          <p:nvPr/>
        </p:nvGrpSpPr>
        <p:grpSpPr>
          <a:xfrm>
            <a:off x="727425" y="-49275"/>
            <a:ext cx="7703400" cy="5243325"/>
            <a:chOff x="727425" y="-49275"/>
            <a:chExt cx="7703400" cy="5243325"/>
          </a:xfrm>
        </p:grpSpPr>
        <p:sp>
          <p:nvSpPr>
            <p:cNvPr id="71" name="Google Shape;71;p9"/>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 name="Google Shape;72;p9"/>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73" name="Google Shape;73;p9"/>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74" name="Google Shape;74;p9"/>
          <p:cNvSpPr txBox="1">
            <a:spLocks noGrp="1"/>
          </p:cNvSpPr>
          <p:nvPr>
            <p:ph type="title"/>
          </p:nvPr>
        </p:nvSpPr>
        <p:spPr>
          <a:xfrm>
            <a:off x="3496850" y="1021763"/>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5" name="Google Shape;75;p9"/>
          <p:cNvSpPr txBox="1">
            <a:spLocks noGrp="1"/>
          </p:cNvSpPr>
          <p:nvPr>
            <p:ph type="subTitle" idx="1"/>
          </p:nvPr>
        </p:nvSpPr>
        <p:spPr>
          <a:xfrm>
            <a:off x="3496850" y="3117038"/>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8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 name="Shape 121"/>
        <p:cNvGrpSpPr/>
        <p:nvPr/>
      </p:nvGrpSpPr>
      <p:grpSpPr>
        <a:xfrm>
          <a:off x="0" y="0"/>
          <a:ext cx="0" cy="0"/>
          <a:chOff x="0" y="0"/>
          <a:chExt cx="0" cy="0"/>
        </a:xfrm>
      </p:grpSpPr>
      <p:sp>
        <p:nvSpPr>
          <p:cNvPr id="122" name="Google Shape;122;p15"/>
          <p:cNvSpPr/>
          <p:nvPr/>
        </p:nvSpPr>
        <p:spPr>
          <a:xfrm>
            <a:off x="35528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 name="Google Shape;123;p15"/>
          <p:cNvGrpSpPr/>
          <p:nvPr/>
        </p:nvGrpSpPr>
        <p:grpSpPr>
          <a:xfrm>
            <a:off x="-50475" y="232800"/>
            <a:ext cx="8961675" cy="4684500"/>
            <a:chOff x="-50475" y="232800"/>
            <a:chExt cx="8961675" cy="4684500"/>
          </a:xfrm>
        </p:grpSpPr>
        <p:sp>
          <p:nvSpPr>
            <p:cNvPr id="124" name="Google Shape;124;p15"/>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5" name="Google Shape;125;p15"/>
            <p:cNvCxnSpPr/>
            <p:nvPr/>
          </p:nvCxnSpPr>
          <p:spPr>
            <a:xfrm rot="10800000">
              <a:off x="-50475" y="232800"/>
              <a:ext cx="309300" cy="0"/>
            </a:xfrm>
            <a:prstGeom prst="straightConnector1">
              <a:avLst/>
            </a:prstGeom>
            <a:noFill/>
            <a:ln w="19050" cap="flat" cmpd="sng">
              <a:solidFill>
                <a:schemeClr val="dk1"/>
              </a:solidFill>
              <a:prstDash val="solid"/>
              <a:round/>
              <a:headEnd type="none" w="med" len="med"/>
              <a:tailEnd type="none" w="med" len="med"/>
            </a:ln>
          </p:spPr>
        </p:cxnSp>
      </p:grpSp>
      <p:sp>
        <p:nvSpPr>
          <p:cNvPr id="126" name="Google Shape;126;p15"/>
          <p:cNvSpPr txBox="1">
            <a:spLocks noGrp="1"/>
          </p:cNvSpPr>
          <p:nvPr>
            <p:ph type="title"/>
          </p:nvPr>
        </p:nvSpPr>
        <p:spPr>
          <a:xfrm>
            <a:off x="720000" y="1203900"/>
            <a:ext cx="3198300" cy="1502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7" name="Google Shape;127;p15"/>
          <p:cNvSpPr txBox="1">
            <a:spLocks noGrp="1"/>
          </p:cNvSpPr>
          <p:nvPr>
            <p:ph type="subTitle" idx="1"/>
          </p:nvPr>
        </p:nvSpPr>
        <p:spPr>
          <a:xfrm>
            <a:off x="720000" y="2706062"/>
            <a:ext cx="3198300" cy="146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atin typeface="Hanken Grotesk"/>
                <a:ea typeface="Hanken Grotesk"/>
                <a:cs typeface="Hanken Grotesk"/>
                <a:sym typeface="Hanken Grotesk"/>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8" name="Google Shape;128;p15"/>
          <p:cNvSpPr>
            <a:spLocks noGrp="1"/>
          </p:cNvSpPr>
          <p:nvPr>
            <p:ph type="pic" idx="2"/>
          </p:nvPr>
        </p:nvSpPr>
        <p:spPr>
          <a:xfrm>
            <a:off x="4494050" y="0"/>
            <a:ext cx="4650000" cy="5143500"/>
          </a:xfrm>
          <a:prstGeom prst="rect">
            <a:avLst/>
          </a:prstGeom>
          <a:noFill/>
          <a:ln w="19050" cap="flat" cmpd="sng">
            <a:solidFill>
              <a:schemeClr val="dk1"/>
            </a:solidFill>
            <a:prstDash val="solid"/>
            <a:round/>
            <a:headEnd type="none" w="sm" len="sm"/>
            <a:tailEnd type="none" w="sm" len="sm"/>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66"/>
        <p:cNvGrpSpPr/>
        <p:nvPr/>
      </p:nvGrpSpPr>
      <p:grpSpPr>
        <a:xfrm>
          <a:off x="0" y="0"/>
          <a:ext cx="0" cy="0"/>
          <a:chOff x="0" y="0"/>
          <a:chExt cx="0" cy="0"/>
        </a:xfrm>
      </p:grpSpPr>
      <p:sp>
        <p:nvSpPr>
          <p:cNvPr id="167" name="Google Shape;167;p20"/>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 name="Google Shape;168;p20"/>
          <p:cNvGrpSpPr/>
          <p:nvPr/>
        </p:nvGrpSpPr>
        <p:grpSpPr>
          <a:xfrm>
            <a:off x="-725" y="1466925"/>
            <a:ext cx="939900" cy="2326875"/>
            <a:chOff x="-725" y="1466925"/>
            <a:chExt cx="939900" cy="2326875"/>
          </a:xfrm>
        </p:grpSpPr>
        <p:cxnSp>
          <p:nvCxnSpPr>
            <p:cNvPr id="169" name="Google Shape;169;p20"/>
            <p:cNvCxnSpPr/>
            <p:nvPr/>
          </p:nvCxnSpPr>
          <p:spPr>
            <a:xfrm>
              <a:off x="-725" y="1466925"/>
              <a:ext cx="939900" cy="0"/>
            </a:xfrm>
            <a:prstGeom prst="straightConnector1">
              <a:avLst/>
            </a:prstGeom>
            <a:noFill/>
            <a:ln w="19050" cap="flat" cmpd="sng">
              <a:solidFill>
                <a:schemeClr val="dk1"/>
              </a:solidFill>
              <a:prstDash val="solid"/>
              <a:round/>
              <a:headEnd type="none" w="med" len="med"/>
              <a:tailEnd type="none" w="med" len="med"/>
            </a:ln>
          </p:spPr>
        </p:cxnSp>
        <p:cxnSp>
          <p:nvCxnSpPr>
            <p:cNvPr id="170" name="Google Shape;170;p20"/>
            <p:cNvCxnSpPr/>
            <p:nvPr/>
          </p:nvCxnSpPr>
          <p:spPr>
            <a:xfrm>
              <a:off x="-725" y="2668450"/>
              <a:ext cx="939900" cy="0"/>
            </a:xfrm>
            <a:prstGeom prst="straightConnector1">
              <a:avLst/>
            </a:prstGeom>
            <a:noFill/>
            <a:ln w="19050" cap="flat" cmpd="sng">
              <a:solidFill>
                <a:schemeClr val="dk1"/>
              </a:solidFill>
              <a:prstDash val="solid"/>
              <a:round/>
              <a:headEnd type="none" w="med" len="med"/>
              <a:tailEnd type="none" w="med" len="med"/>
            </a:ln>
          </p:spPr>
        </p:cxnSp>
        <p:cxnSp>
          <p:nvCxnSpPr>
            <p:cNvPr id="171" name="Google Shape;171;p20"/>
            <p:cNvCxnSpPr/>
            <p:nvPr/>
          </p:nvCxnSpPr>
          <p:spPr>
            <a:xfrm>
              <a:off x="-725" y="3793800"/>
              <a:ext cx="939900" cy="0"/>
            </a:xfrm>
            <a:prstGeom prst="straightConnector1">
              <a:avLst/>
            </a:prstGeom>
            <a:noFill/>
            <a:ln w="19050" cap="flat" cmpd="sng">
              <a:solidFill>
                <a:schemeClr val="dk1"/>
              </a:solidFill>
              <a:prstDash val="solid"/>
              <a:round/>
              <a:headEnd type="none" w="med" len="med"/>
              <a:tailEnd type="none" w="med" len="med"/>
            </a:ln>
          </p:spPr>
        </p:cxnSp>
      </p:grpSp>
      <p:grpSp>
        <p:nvGrpSpPr>
          <p:cNvPr id="172" name="Google Shape;172;p20"/>
          <p:cNvGrpSpPr/>
          <p:nvPr/>
        </p:nvGrpSpPr>
        <p:grpSpPr>
          <a:xfrm>
            <a:off x="232200" y="232800"/>
            <a:ext cx="8988300" cy="5000100"/>
            <a:chOff x="232200" y="232800"/>
            <a:chExt cx="8988300" cy="5000100"/>
          </a:xfrm>
        </p:grpSpPr>
        <p:sp>
          <p:nvSpPr>
            <p:cNvPr id="173" name="Google Shape;173;p20"/>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4" name="Google Shape;174;p20"/>
            <p:cNvCxnSpPr/>
            <p:nvPr/>
          </p:nvCxnSpPr>
          <p:spPr>
            <a:xfrm rot="10800000">
              <a:off x="8911200" y="232800"/>
              <a:ext cx="309300" cy="0"/>
            </a:xfrm>
            <a:prstGeom prst="straightConnector1">
              <a:avLst/>
            </a:prstGeom>
            <a:noFill/>
            <a:ln w="19050" cap="flat" cmpd="sng">
              <a:solidFill>
                <a:schemeClr val="dk1"/>
              </a:solidFill>
              <a:prstDash val="solid"/>
              <a:round/>
              <a:headEnd type="none" w="med" len="med"/>
              <a:tailEnd type="none" w="med" len="med"/>
            </a:ln>
          </p:spPr>
        </p:cxnSp>
        <p:cxnSp>
          <p:nvCxnSpPr>
            <p:cNvPr id="175" name="Google Shape;175;p20"/>
            <p:cNvCxnSpPr/>
            <p:nvPr/>
          </p:nvCxnSpPr>
          <p:spPr>
            <a:xfrm>
              <a:off x="233525" y="4917300"/>
              <a:ext cx="0" cy="315600"/>
            </a:xfrm>
            <a:prstGeom prst="straightConnector1">
              <a:avLst/>
            </a:prstGeom>
            <a:noFill/>
            <a:ln w="19050" cap="flat" cmpd="sng">
              <a:solidFill>
                <a:schemeClr val="dk1"/>
              </a:solidFill>
              <a:prstDash val="solid"/>
              <a:round/>
              <a:headEnd type="none" w="med" len="med"/>
              <a:tailEnd type="none" w="med" len="med"/>
            </a:ln>
          </p:spPr>
        </p:cxnSp>
      </p:grpSp>
      <p:sp>
        <p:nvSpPr>
          <p:cNvPr id="176" name="Google Shape;176;p20"/>
          <p:cNvSpPr txBox="1">
            <a:spLocks noGrp="1"/>
          </p:cNvSpPr>
          <p:nvPr>
            <p:ph type="title"/>
          </p:nvPr>
        </p:nvSpPr>
        <p:spPr>
          <a:xfrm>
            <a:off x="713225"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7" name="Google Shape;177;p20"/>
          <p:cNvSpPr txBox="1">
            <a:spLocks noGrp="1"/>
          </p:cNvSpPr>
          <p:nvPr>
            <p:ph type="subTitle" idx="1"/>
          </p:nvPr>
        </p:nvSpPr>
        <p:spPr>
          <a:xfrm>
            <a:off x="1731050" y="1640570"/>
            <a:ext cx="6613200" cy="530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78" name="Google Shape;178;p20"/>
          <p:cNvSpPr txBox="1">
            <a:spLocks noGrp="1"/>
          </p:cNvSpPr>
          <p:nvPr>
            <p:ph type="subTitle" idx="2"/>
          </p:nvPr>
        </p:nvSpPr>
        <p:spPr>
          <a:xfrm>
            <a:off x="1731050" y="2800360"/>
            <a:ext cx="66132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79" name="Google Shape;179;p20"/>
          <p:cNvSpPr txBox="1">
            <a:spLocks noGrp="1"/>
          </p:cNvSpPr>
          <p:nvPr>
            <p:ph type="subTitle" idx="3"/>
          </p:nvPr>
        </p:nvSpPr>
        <p:spPr>
          <a:xfrm>
            <a:off x="1731050" y="3957450"/>
            <a:ext cx="66132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80" name="Google Shape;180;p20"/>
          <p:cNvSpPr txBox="1">
            <a:spLocks noGrp="1"/>
          </p:cNvSpPr>
          <p:nvPr>
            <p:ph type="subTitle" idx="4"/>
          </p:nvPr>
        </p:nvSpPr>
        <p:spPr>
          <a:xfrm>
            <a:off x="1731050" y="1241275"/>
            <a:ext cx="6613200" cy="5304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81" name="Google Shape;181;p20"/>
          <p:cNvSpPr txBox="1">
            <a:spLocks noGrp="1"/>
          </p:cNvSpPr>
          <p:nvPr>
            <p:ph type="subTitle" idx="5"/>
          </p:nvPr>
        </p:nvSpPr>
        <p:spPr>
          <a:xfrm>
            <a:off x="1731050" y="2395400"/>
            <a:ext cx="6613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82" name="Google Shape;182;p20"/>
          <p:cNvSpPr txBox="1">
            <a:spLocks noGrp="1"/>
          </p:cNvSpPr>
          <p:nvPr>
            <p:ph type="subTitle" idx="6"/>
          </p:nvPr>
        </p:nvSpPr>
        <p:spPr>
          <a:xfrm>
            <a:off x="1731050" y="3546826"/>
            <a:ext cx="6613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1">
  <p:cSld name="CUSTOM_11">
    <p:spTree>
      <p:nvGrpSpPr>
        <p:cNvPr id="1" name="Shape 243"/>
        <p:cNvGrpSpPr/>
        <p:nvPr/>
      </p:nvGrpSpPr>
      <p:grpSpPr>
        <a:xfrm>
          <a:off x="0" y="0"/>
          <a:ext cx="0" cy="0"/>
          <a:chOff x="0" y="0"/>
          <a:chExt cx="0" cy="0"/>
        </a:xfrm>
      </p:grpSpPr>
      <p:sp>
        <p:nvSpPr>
          <p:cNvPr id="244" name="Google Shape;244;p25"/>
          <p:cNvSpPr/>
          <p:nvPr/>
        </p:nvSpPr>
        <p:spPr>
          <a:xfrm>
            <a:off x="8240650" y="-9265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5" name="Google Shape;245;p25"/>
          <p:cNvGrpSpPr/>
          <p:nvPr/>
        </p:nvGrpSpPr>
        <p:grpSpPr>
          <a:xfrm>
            <a:off x="-19050" y="232800"/>
            <a:ext cx="9189150" cy="4684500"/>
            <a:chOff x="-19050" y="232800"/>
            <a:chExt cx="9189150" cy="4684500"/>
          </a:xfrm>
        </p:grpSpPr>
        <p:sp>
          <p:nvSpPr>
            <p:cNvPr id="246" name="Google Shape;246;p25"/>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7" name="Google Shape;247;p25"/>
            <p:cNvCxnSpPr/>
            <p:nvPr/>
          </p:nvCxnSpPr>
          <p:spPr>
            <a:xfrm rot="10800000">
              <a:off x="-19050" y="49173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248" name="Google Shape;248;p25"/>
            <p:cNvCxnSpPr/>
            <p:nvPr/>
          </p:nvCxnSpPr>
          <p:spPr>
            <a:xfrm rot="10800000">
              <a:off x="8911200" y="232800"/>
              <a:ext cx="258900" cy="0"/>
            </a:xfrm>
            <a:prstGeom prst="straightConnector1">
              <a:avLst/>
            </a:prstGeom>
            <a:noFill/>
            <a:ln w="19050" cap="flat" cmpd="sng">
              <a:solidFill>
                <a:schemeClr val="dk1"/>
              </a:solidFill>
              <a:prstDash val="solid"/>
              <a:round/>
              <a:headEnd type="none" w="med" len="med"/>
              <a:tailEnd type="none" w="med" len="med"/>
            </a:ln>
          </p:spPr>
        </p:cxnSp>
      </p:grpSp>
      <p:sp>
        <p:nvSpPr>
          <p:cNvPr id="249" name="Google Shape;249;p25"/>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atin typeface="Lato"/>
                <a:ea typeface="Lato"/>
                <a:cs typeface="Lato"/>
                <a:sym typeface="Lato"/>
              </a:defRPr>
            </a:lvl2pPr>
            <a:lvl3pPr lvl="2" rtl="0">
              <a:spcBef>
                <a:spcPts val="0"/>
              </a:spcBef>
              <a:spcAft>
                <a:spcPts val="0"/>
              </a:spcAft>
              <a:buSzPts val="3000"/>
              <a:buNone/>
              <a:defRPr>
                <a:latin typeface="Lato"/>
                <a:ea typeface="Lato"/>
                <a:cs typeface="Lato"/>
                <a:sym typeface="Lato"/>
              </a:defRPr>
            </a:lvl3pPr>
            <a:lvl4pPr lvl="3" rtl="0">
              <a:spcBef>
                <a:spcPts val="0"/>
              </a:spcBef>
              <a:spcAft>
                <a:spcPts val="0"/>
              </a:spcAft>
              <a:buSzPts val="3000"/>
              <a:buNone/>
              <a:defRPr>
                <a:latin typeface="Lato"/>
                <a:ea typeface="Lato"/>
                <a:cs typeface="Lato"/>
                <a:sym typeface="Lato"/>
              </a:defRPr>
            </a:lvl4pPr>
            <a:lvl5pPr lvl="4" rtl="0">
              <a:spcBef>
                <a:spcPts val="0"/>
              </a:spcBef>
              <a:spcAft>
                <a:spcPts val="0"/>
              </a:spcAft>
              <a:buSzPts val="3000"/>
              <a:buNone/>
              <a:defRPr>
                <a:latin typeface="Lato"/>
                <a:ea typeface="Lato"/>
                <a:cs typeface="Lato"/>
                <a:sym typeface="Lato"/>
              </a:defRPr>
            </a:lvl5pPr>
            <a:lvl6pPr lvl="5" rtl="0">
              <a:spcBef>
                <a:spcPts val="0"/>
              </a:spcBef>
              <a:spcAft>
                <a:spcPts val="0"/>
              </a:spcAft>
              <a:buSzPts val="3000"/>
              <a:buNone/>
              <a:defRPr>
                <a:latin typeface="Lato"/>
                <a:ea typeface="Lato"/>
                <a:cs typeface="Lato"/>
                <a:sym typeface="Lato"/>
              </a:defRPr>
            </a:lvl6pPr>
            <a:lvl7pPr lvl="6" rtl="0">
              <a:spcBef>
                <a:spcPts val="0"/>
              </a:spcBef>
              <a:spcAft>
                <a:spcPts val="0"/>
              </a:spcAft>
              <a:buSzPts val="3000"/>
              <a:buNone/>
              <a:defRPr>
                <a:latin typeface="Lato"/>
                <a:ea typeface="Lato"/>
                <a:cs typeface="Lato"/>
                <a:sym typeface="Lato"/>
              </a:defRPr>
            </a:lvl7pPr>
            <a:lvl8pPr lvl="7" rtl="0">
              <a:spcBef>
                <a:spcPts val="0"/>
              </a:spcBef>
              <a:spcAft>
                <a:spcPts val="0"/>
              </a:spcAft>
              <a:buSzPts val="3000"/>
              <a:buNone/>
              <a:defRPr>
                <a:latin typeface="Lato"/>
                <a:ea typeface="Lato"/>
                <a:cs typeface="Lato"/>
                <a:sym typeface="Lato"/>
              </a:defRPr>
            </a:lvl8pPr>
            <a:lvl9pPr lvl="8" rtl="0">
              <a:spcBef>
                <a:spcPts val="0"/>
              </a:spcBef>
              <a:spcAft>
                <a:spcPts val="0"/>
              </a:spcAft>
              <a:buSzPts val="3000"/>
              <a:buNone/>
              <a:defRPr>
                <a:latin typeface="Lato"/>
                <a:ea typeface="Lato"/>
                <a:cs typeface="Lato"/>
                <a:sym typeface="Lato"/>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66"/>
        <p:cNvGrpSpPr/>
        <p:nvPr/>
      </p:nvGrpSpPr>
      <p:grpSpPr>
        <a:xfrm>
          <a:off x="0" y="0"/>
          <a:ext cx="0" cy="0"/>
          <a:chOff x="0" y="0"/>
          <a:chExt cx="0" cy="0"/>
        </a:xfrm>
      </p:grpSpPr>
      <p:sp>
        <p:nvSpPr>
          <p:cNvPr id="267" name="Google Shape;267;p28"/>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 name="Google Shape;268;p28"/>
          <p:cNvGrpSpPr/>
          <p:nvPr/>
        </p:nvGrpSpPr>
        <p:grpSpPr>
          <a:xfrm>
            <a:off x="232200" y="-49400"/>
            <a:ext cx="8679000" cy="5250800"/>
            <a:chOff x="232200" y="-49400"/>
            <a:chExt cx="8679000" cy="5250800"/>
          </a:xfrm>
        </p:grpSpPr>
        <p:sp>
          <p:nvSpPr>
            <p:cNvPr id="269" name="Google Shape;269;p2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 name="Google Shape;270;p28"/>
            <p:cNvGrpSpPr/>
            <p:nvPr/>
          </p:nvGrpSpPr>
          <p:grpSpPr>
            <a:xfrm>
              <a:off x="232200" y="-49400"/>
              <a:ext cx="8679000" cy="5250800"/>
              <a:chOff x="232200" y="-49400"/>
              <a:chExt cx="8679000" cy="5250800"/>
            </a:xfrm>
          </p:grpSpPr>
          <p:cxnSp>
            <p:nvCxnSpPr>
              <p:cNvPr id="271" name="Google Shape;271;p28"/>
              <p:cNvCxnSpPr/>
              <p:nvPr/>
            </p:nvCxnSpPr>
            <p:spPr>
              <a:xfrm rot="10800000">
                <a:off x="232200" y="-49400"/>
                <a:ext cx="0" cy="284100"/>
              </a:xfrm>
              <a:prstGeom prst="straightConnector1">
                <a:avLst/>
              </a:prstGeom>
              <a:noFill/>
              <a:ln w="19050" cap="flat" cmpd="sng">
                <a:solidFill>
                  <a:schemeClr val="dk1"/>
                </a:solidFill>
                <a:prstDash val="solid"/>
                <a:round/>
                <a:headEnd type="none" w="med" len="med"/>
                <a:tailEnd type="none" w="med" len="med"/>
              </a:ln>
            </p:spPr>
          </p:cxnSp>
          <p:cxnSp>
            <p:nvCxnSpPr>
              <p:cNvPr id="272" name="Google Shape;272;p28"/>
              <p:cNvCxnSpPr/>
              <p:nvPr/>
            </p:nvCxnSpPr>
            <p:spPr>
              <a:xfrm rot="10800000">
                <a:off x="8911200" y="4917300"/>
                <a:ext cx="0" cy="2841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73"/>
        <p:cNvGrpSpPr/>
        <p:nvPr/>
      </p:nvGrpSpPr>
      <p:grpSpPr>
        <a:xfrm>
          <a:off x="0" y="0"/>
          <a:ext cx="0" cy="0"/>
          <a:chOff x="0" y="0"/>
          <a:chExt cx="0" cy="0"/>
        </a:xfrm>
      </p:grpSpPr>
      <p:sp>
        <p:nvSpPr>
          <p:cNvPr id="274" name="Google Shape;274;p29"/>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5" name="Google Shape;275;p29"/>
          <p:cNvGrpSpPr/>
          <p:nvPr/>
        </p:nvGrpSpPr>
        <p:grpSpPr>
          <a:xfrm>
            <a:off x="232200" y="232800"/>
            <a:ext cx="9045000" cy="4975500"/>
            <a:chOff x="232200" y="232800"/>
            <a:chExt cx="9045000" cy="4975500"/>
          </a:xfrm>
        </p:grpSpPr>
        <p:sp>
          <p:nvSpPr>
            <p:cNvPr id="276" name="Google Shape;276;p2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7" name="Google Shape;277;p29"/>
            <p:cNvCxnSpPr/>
            <p:nvPr/>
          </p:nvCxnSpPr>
          <p:spPr>
            <a:xfrm>
              <a:off x="8911200" y="232800"/>
              <a:ext cx="366000" cy="0"/>
            </a:xfrm>
            <a:prstGeom prst="straightConnector1">
              <a:avLst/>
            </a:prstGeom>
            <a:noFill/>
            <a:ln w="19050" cap="flat" cmpd="sng">
              <a:solidFill>
                <a:schemeClr val="dk1"/>
              </a:solidFill>
              <a:prstDash val="solid"/>
              <a:round/>
              <a:headEnd type="none" w="med" len="med"/>
              <a:tailEnd type="none" w="med" len="med"/>
            </a:ln>
          </p:spPr>
        </p:cxnSp>
        <p:cxnSp>
          <p:nvCxnSpPr>
            <p:cNvPr id="278" name="Google Shape;278;p29"/>
            <p:cNvCxnSpPr/>
            <p:nvPr/>
          </p:nvCxnSpPr>
          <p:spPr>
            <a:xfrm>
              <a:off x="232200" y="4917300"/>
              <a:ext cx="1200" cy="29100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Figtree Black"/>
              <a:buNone/>
              <a:defRPr sz="2800">
                <a:solidFill>
                  <a:schemeClr val="dk1"/>
                </a:solidFill>
                <a:latin typeface="Figtree Black"/>
                <a:ea typeface="Figtree Black"/>
                <a:cs typeface="Figtree Black"/>
                <a:sym typeface="Figtree Black"/>
              </a:defRPr>
            </a:lvl1pPr>
            <a:lvl2pPr lvl="1"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2pPr>
            <a:lvl3pPr lvl="2"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3pPr>
            <a:lvl4pPr lvl="3"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4pPr>
            <a:lvl5pPr lvl="4"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5pPr>
            <a:lvl6pPr lvl="5"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6pPr>
            <a:lvl7pPr lvl="6"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7pPr>
            <a:lvl8pPr lvl="7"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8pPr>
            <a:lvl9pPr lvl="8"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1pPr>
            <a:lvl2pPr marL="914400" lvl="1"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2pPr>
            <a:lvl3pPr marL="1371600" lvl="2"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3pPr>
            <a:lvl4pPr marL="1828800" lvl="3"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4pPr>
            <a:lvl5pPr marL="2286000" lvl="4"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5pPr>
            <a:lvl6pPr marL="2743200" lvl="5"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6pPr>
            <a:lvl7pPr marL="3200400" lvl="6"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7pPr>
            <a:lvl8pPr marL="3657600" lvl="7"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8pPr>
            <a:lvl9pPr marL="4114800" lvl="8"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5" r:id="rId3"/>
    <p:sldLayoutId id="2147483658" r:id="rId4"/>
    <p:sldLayoutId id="2147483661" r:id="rId5"/>
    <p:sldLayoutId id="2147483666" r:id="rId6"/>
    <p:sldLayoutId id="2147483671" r:id="rId7"/>
    <p:sldLayoutId id="2147483674" r:id="rId8"/>
    <p:sldLayoutId id="2147483675"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3"/>
          <p:cNvSpPr txBox="1">
            <a:spLocks noGrp="1"/>
          </p:cNvSpPr>
          <p:nvPr>
            <p:ph type="ctrTitle"/>
          </p:nvPr>
        </p:nvSpPr>
        <p:spPr>
          <a:xfrm>
            <a:off x="1087125" y="905361"/>
            <a:ext cx="5897400" cy="163308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a:t>SHORT-TERM ELECTRICAL LOAD FORECASTING FOR LEKHNATH FEEDER USING MACHINE AND DEEP LEARNING MODELS</a:t>
            </a:r>
            <a:endParaRPr sz="2400" dirty="0"/>
          </a:p>
        </p:txBody>
      </p:sp>
      <p:sp>
        <p:nvSpPr>
          <p:cNvPr id="290" name="Google Shape;290;p33"/>
          <p:cNvSpPr txBox="1">
            <a:spLocks noGrp="1"/>
          </p:cNvSpPr>
          <p:nvPr>
            <p:ph type="subTitle" idx="1"/>
          </p:nvPr>
        </p:nvSpPr>
        <p:spPr>
          <a:xfrm>
            <a:off x="1087125" y="3299460"/>
            <a:ext cx="5897400" cy="113538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latin typeface="Hanken Grotesk"/>
                <a:ea typeface="Hanken Grotesk"/>
                <a:cs typeface="Hanken Grotesk"/>
                <a:sym typeface="Hanken Grotesk"/>
              </a:rPr>
              <a:t>Presenter,</a:t>
            </a:r>
            <a:br>
              <a:rPr lang="en" dirty="0">
                <a:latin typeface="Hanken Grotesk"/>
                <a:ea typeface="Hanken Grotesk"/>
                <a:cs typeface="Hanken Grotesk"/>
                <a:sym typeface="Hanken Grotesk"/>
              </a:rPr>
            </a:br>
            <a:r>
              <a:rPr lang="en-US" dirty="0"/>
              <a:t>Sujit Koirala</a:t>
            </a:r>
          </a:p>
          <a:p>
            <a:pPr marL="0" lvl="0" indent="0" algn="l" rtl="0">
              <a:spcBef>
                <a:spcPts val="0"/>
              </a:spcBef>
              <a:spcAft>
                <a:spcPts val="0"/>
              </a:spcAft>
              <a:buNone/>
            </a:pPr>
            <a:r>
              <a:rPr lang="en-US" dirty="0"/>
              <a:t>Department of Electrical Engineering</a:t>
            </a:r>
          </a:p>
          <a:p>
            <a:pPr marL="0" lvl="0" indent="0" algn="l" rtl="0">
              <a:spcBef>
                <a:spcPts val="0"/>
              </a:spcBef>
              <a:spcAft>
                <a:spcPts val="0"/>
              </a:spcAft>
              <a:buNone/>
            </a:pPr>
            <a:r>
              <a:rPr lang="en-US" dirty="0"/>
              <a:t>Masters Of Science In Power System Engineering</a:t>
            </a:r>
          </a:p>
          <a:p>
            <a:pPr marL="0" lvl="0" indent="0" algn="l" rtl="0">
              <a:spcBef>
                <a:spcPts val="0"/>
              </a:spcBef>
              <a:spcAft>
                <a:spcPts val="0"/>
              </a:spcAft>
              <a:buNone/>
            </a:pPr>
            <a:r>
              <a:rPr lang="en-US" dirty="0"/>
              <a:t>Institute Of Engineering </a:t>
            </a:r>
            <a:r>
              <a:rPr lang="en-US" dirty="0" err="1"/>
              <a:t>Pulchowk</a:t>
            </a:r>
            <a:r>
              <a:rPr lang="en-US" dirty="0"/>
              <a:t> Campus</a:t>
            </a:r>
          </a:p>
          <a:p>
            <a:pPr marL="0" lvl="0" indent="0" algn="l" rtl="0">
              <a:spcBef>
                <a:spcPts val="0"/>
              </a:spcBef>
              <a:spcAft>
                <a:spcPts val="0"/>
              </a:spcAft>
              <a:buNone/>
            </a:pPr>
            <a:r>
              <a:rPr lang="en-US" dirty="0"/>
              <a:t> </a:t>
            </a:r>
          </a:p>
        </p:txBody>
      </p:sp>
      <p:pic>
        <p:nvPicPr>
          <p:cNvPr id="1026" name="Picture 2" descr="Tribhuvan University - Wikipedia">
            <a:extLst>
              <a:ext uri="{FF2B5EF4-FFF2-40B4-BE49-F238E27FC236}">
                <a16:creationId xmlns:a16="http://schemas.microsoft.com/office/drawing/2014/main" id="{E3EC795A-94BB-2AB9-55E2-61E08D38C0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3701" y="3893820"/>
            <a:ext cx="515902" cy="60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7" name="Google Shape;397;p41"/>
          <p:cNvSpPr txBox="1">
            <a:spLocks noGrp="1"/>
          </p:cNvSpPr>
          <p:nvPr>
            <p:ph type="title"/>
          </p:nvPr>
        </p:nvSpPr>
        <p:spPr>
          <a:xfrm>
            <a:off x="500081" y="401764"/>
            <a:ext cx="3198300" cy="52421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sp>
        <p:nvSpPr>
          <p:cNvPr id="398" name="Google Shape;398;p41"/>
          <p:cNvSpPr txBox="1">
            <a:spLocks noGrp="1"/>
          </p:cNvSpPr>
          <p:nvPr>
            <p:ph type="subTitle" idx="1"/>
          </p:nvPr>
        </p:nvSpPr>
        <p:spPr>
          <a:xfrm>
            <a:off x="500081" y="1013667"/>
            <a:ext cx="3198300" cy="3728069"/>
          </a:xfrm>
          <a:prstGeom prst="rect">
            <a:avLst/>
          </a:prstGeom>
        </p:spPr>
        <p:txBody>
          <a:bodyPr spcFirstLastPara="1" wrap="square" lIns="91425" tIns="91425" rIns="91425" bIns="91425" anchor="t" anchorCtr="0">
            <a:noAutofit/>
          </a:bodyPr>
          <a:lstStyle/>
          <a:p>
            <a:pPr marL="0" indent="0"/>
            <a:r>
              <a:rPr lang="en-US" dirty="0"/>
              <a:t>Short-term electrical load forecasting is essential for planning and operating a reliable power system. It helps utilities manage demand, reduce costs, and improve overall efficiency. The </a:t>
            </a:r>
            <a:r>
              <a:rPr lang="en-US" dirty="0" err="1"/>
              <a:t>Lekhnath</a:t>
            </a:r>
            <a:r>
              <a:rPr lang="en-US" dirty="0"/>
              <a:t> Feeder serves a mix of households, businesses, and small industries, and its load pattern shifts with time, weather, and community activities. This project explores how modern machine learning and deep learning models can forecast its hourly demand more accurately than traditional methods.</a:t>
            </a:r>
          </a:p>
          <a:p>
            <a:pPr marL="0" lvl="0" indent="0" algn="l" rtl="0">
              <a:spcBef>
                <a:spcPts val="0"/>
              </a:spcBef>
              <a:spcAft>
                <a:spcPts val="0"/>
              </a:spcAft>
              <a:buNone/>
            </a:pPr>
            <a:endParaRPr dirty="0"/>
          </a:p>
        </p:txBody>
      </p:sp>
      <p:pic>
        <p:nvPicPr>
          <p:cNvPr id="5" name="Picture Placeholder 4" descr="A group of power lines and a bridge&#10;&#10;AI-generated content may be incorrect.">
            <a:extLst>
              <a:ext uri="{FF2B5EF4-FFF2-40B4-BE49-F238E27FC236}">
                <a16:creationId xmlns:a16="http://schemas.microsoft.com/office/drawing/2014/main" id="{D16BB484-600D-BDC8-E331-E1AD2650FC6B}"/>
              </a:ext>
            </a:extLst>
          </p:cNvPr>
          <p:cNvPicPr>
            <a:picLocks noGrp="1" noChangeAspect="1"/>
          </p:cNvPicPr>
          <p:nvPr>
            <p:ph type="pic" idx="2"/>
          </p:nvPr>
        </p:nvPicPr>
        <p:blipFill>
          <a:blip r:embed="rId3"/>
          <a:srcRect l="19866" r="19866"/>
          <a:stretch>
            <a:fillRect/>
          </a:stretch>
        </p:blipFill>
        <p:spPr>
          <a:xfrm>
            <a:off x="4494050" y="7434"/>
            <a:ext cx="4650000" cy="5143500"/>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5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Problem Statement</a:t>
            </a:r>
            <a:endParaRPr dirty="0"/>
          </a:p>
        </p:txBody>
      </p:sp>
      <p:sp>
        <p:nvSpPr>
          <p:cNvPr id="647" name="Google Shape;647;p52"/>
          <p:cNvSpPr txBox="1">
            <a:spLocks noGrp="1"/>
          </p:cNvSpPr>
          <p:nvPr>
            <p:ph type="subTitle" idx="2"/>
          </p:nvPr>
        </p:nvSpPr>
        <p:spPr>
          <a:xfrm>
            <a:off x="539407" y="1203600"/>
            <a:ext cx="8065185" cy="2736300"/>
          </a:xfrm>
          <a:prstGeom prst="rect">
            <a:avLst/>
          </a:prstGeom>
        </p:spPr>
        <p:txBody>
          <a:bodyPr spcFirstLastPara="1" wrap="square" lIns="91425" tIns="91425" rIns="91425" bIns="91425" anchor="t" anchorCtr="0">
            <a:noAutofit/>
          </a:bodyPr>
          <a:lstStyle/>
          <a:p>
            <a:pPr marL="257175" lvl="0" indent="-304800" algn="l" rtl="0">
              <a:spcBef>
                <a:spcPts val="0"/>
              </a:spcBef>
              <a:spcAft>
                <a:spcPts val="0"/>
              </a:spcAft>
              <a:buSzPts val="1200"/>
              <a:buFont typeface="Hanken Grotesk"/>
              <a:buChar char="●"/>
            </a:pPr>
            <a:r>
              <a:rPr lang="en-US" sz="1500" dirty="0"/>
              <a:t>Existing forecasting methods for the </a:t>
            </a:r>
            <a:r>
              <a:rPr lang="en-US" sz="1500" dirty="0" err="1"/>
              <a:t>Lekhnath</a:t>
            </a:r>
            <a:r>
              <a:rPr lang="en-US" sz="1500" dirty="0"/>
              <a:t> Feeder rely on manual estimates or traditional statistical models that struggle to capture nonlinear and rapidly changing load patterns.</a:t>
            </a:r>
          </a:p>
          <a:p>
            <a:pPr marL="257175" lvl="0" indent="-304800" algn="l" rtl="0">
              <a:spcBef>
                <a:spcPts val="0"/>
              </a:spcBef>
              <a:spcAft>
                <a:spcPts val="0"/>
              </a:spcAft>
              <a:buSzPts val="1200"/>
              <a:buFont typeface="Hanken Grotesk"/>
              <a:buChar char="●"/>
            </a:pPr>
            <a:endParaRPr lang="en-US" sz="1500" dirty="0"/>
          </a:p>
          <a:p>
            <a:pPr marL="257175" lvl="0" indent="-304800" algn="l" rtl="0">
              <a:spcBef>
                <a:spcPts val="0"/>
              </a:spcBef>
              <a:spcAft>
                <a:spcPts val="0"/>
              </a:spcAft>
              <a:buSzPts val="1200"/>
              <a:buFont typeface="Hanken Grotesk"/>
              <a:buChar char="●"/>
            </a:pPr>
            <a:r>
              <a:rPr lang="en-US" sz="1500" dirty="0"/>
              <a:t>Weather changes, calendar effects, and local demand variations make the load behavior more complex, reducing the accuracy of current forecasting practices.</a:t>
            </a:r>
          </a:p>
          <a:p>
            <a:pPr marL="257175" lvl="0" indent="-304800" algn="l" rtl="0">
              <a:spcBef>
                <a:spcPts val="0"/>
              </a:spcBef>
              <a:spcAft>
                <a:spcPts val="0"/>
              </a:spcAft>
              <a:buSzPts val="1200"/>
              <a:buFont typeface="Hanken Grotesk"/>
              <a:buChar char="●"/>
            </a:pPr>
            <a:endParaRPr lang="en-US" sz="1500" dirty="0"/>
          </a:p>
          <a:p>
            <a:pPr marL="257175" lvl="0" indent="-304800" algn="l" rtl="0">
              <a:spcBef>
                <a:spcPts val="0"/>
              </a:spcBef>
              <a:spcAft>
                <a:spcPts val="0"/>
              </a:spcAft>
              <a:buSzPts val="1200"/>
              <a:buFont typeface="Hanken Grotesk"/>
              <a:buChar char="●"/>
            </a:pPr>
            <a:r>
              <a:rPr lang="en-US" sz="1500" dirty="0"/>
              <a:t>Inaccurate forecasts lead to poor generation scheduling, higher operational costs, increased technical losses, and potential reliability issues in the distribution system.</a:t>
            </a:r>
          </a:p>
          <a:p>
            <a:pPr marL="257175" lvl="0" indent="-304800" algn="l" rtl="0">
              <a:spcBef>
                <a:spcPts val="0"/>
              </a:spcBef>
              <a:spcAft>
                <a:spcPts val="0"/>
              </a:spcAft>
              <a:buSzPts val="1200"/>
              <a:buFont typeface="Hanken Grotesk"/>
              <a:buChar char="●"/>
            </a:pPr>
            <a:endParaRPr lang="en-US" sz="1500" dirty="0"/>
          </a:p>
          <a:p>
            <a:pPr marL="257175" lvl="0" indent="-304800" algn="l" rtl="0">
              <a:spcBef>
                <a:spcPts val="0"/>
              </a:spcBef>
              <a:spcAft>
                <a:spcPts val="0"/>
              </a:spcAft>
              <a:buSzPts val="1200"/>
              <a:buFont typeface="Hanken Grotesk"/>
              <a:buChar char="●"/>
            </a:pPr>
            <a:r>
              <a:rPr lang="en-US" sz="1500" dirty="0"/>
              <a:t>There is no systematic study that applies and compares advanced machine learning and deep learning models for short-term forecasting of this specific feeder.</a:t>
            </a:r>
          </a:p>
          <a:p>
            <a:pPr marL="257175" lvl="0" indent="-304800" algn="l" rtl="0">
              <a:spcBef>
                <a:spcPts val="0"/>
              </a:spcBef>
              <a:spcAft>
                <a:spcPts val="0"/>
              </a:spcAft>
              <a:buSzPts val="1200"/>
              <a:buFont typeface="Hanken Grotesk"/>
              <a:buChar char="●"/>
            </a:pP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7"/>
          <p:cNvSpPr txBox="1">
            <a:spLocks noGrp="1"/>
          </p:cNvSpPr>
          <p:nvPr>
            <p:ph type="title"/>
          </p:nvPr>
        </p:nvSpPr>
        <p:spPr>
          <a:xfrm>
            <a:off x="713225" y="44502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Objectives</a:t>
            </a:r>
            <a:endParaRPr dirty="0"/>
          </a:p>
        </p:txBody>
      </p:sp>
      <p:sp>
        <p:nvSpPr>
          <p:cNvPr id="337" name="Google Shape;337;p37"/>
          <p:cNvSpPr txBox="1">
            <a:spLocks noGrp="1"/>
          </p:cNvSpPr>
          <p:nvPr>
            <p:ph type="subTitle" idx="1"/>
          </p:nvPr>
        </p:nvSpPr>
        <p:spPr>
          <a:xfrm>
            <a:off x="1731050" y="1640570"/>
            <a:ext cx="6613200" cy="530400"/>
          </a:xfrm>
          <a:prstGeom prst="rect">
            <a:avLst/>
          </a:prstGeom>
        </p:spPr>
        <p:txBody>
          <a:bodyPr spcFirstLastPara="1" wrap="square" lIns="91425" tIns="91425" rIns="91425" bIns="91425" anchor="t" anchorCtr="0">
            <a:noAutofit/>
          </a:bodyPr>
          <a:lstStyle/>
          <a:p>
            <a:pPr marL="0" indent="0"/>
            <a:r>
              <a:rPr lang="en-US" dirty="0"/>
              <a:t>Collect and prepare historical load, weather, and calendar data for the </a:t>
            </a:r>
            <a:r>
              <a:rPr lang="en-US" dirty="0" err="1"/>
              <a:t>Lekhnath</a:t>
            </a:r>
            <a:r>
              <a:rPr lang="en-US" dirty="0"/>
              <a:t> Feeder. This ensures a complete and consistent dataset for developing accurate forecasting models.</a:t>
            </a:r>
          </a:p>
          <a:p>
            <a:pPr marL="0" lvl="0" indent="0" algn="l" rtl="0">
              <a:spcBef>
                <a:spcPts val="0"/>
              </a:spcBef>
              <a:spcAft>
                <a:spcPts val="0"/>
              </a:spcAft>
              <a:buNone/>
            </a:pPr>
            <a:endParaRPr dirty="0"/>
          </a:p>
        </p:txBody>
      </p:sp>
      <p:sp>
        <p:nvSpPr>
          <p:cNvPr id="338" name="Google Shape;338;p37"/>
          <p:cNvSpPr txBox="1">
            <a:spLocks noGrp="1"/>
          </p:cNvSpPr>
          <p:nvPr>
            <p:ph type="subTitle" idx="2"/>
          </p:nvPr>
        </p:nvSpPr>
        <p:spPr>
          <a:xfrm>
            <a:off x="1731050" y="2800360"/>
            <a:ext cx="66132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Design and implement a set of machine learning and deep learning models, including SVR, Random Forest, </a:t>
            </a:r>
            <a:r>
              <a:rPr lang="en-US" dirty="0" err="1"/>
              <a:t>XGBoost</a:t>
            </a:r>
            <a:r>
              <a:rPr lang="en-US" dirty="0"/>
              <a:t>, LSTM, and GRU.</a:t>
            </a:r>
            <a:endParaRPr dirty="0"/>
          </a:p>
        </p:txBody>
      </p:sp>
      <p:sp>
        <p:nvSpPr>
          <p:cNvPr id="339" name="Google Shape;339;p37"/>
          <p:cNvSpPr txBox="1">
            <a:spLocks noGrp="1"/>
          </p:cNvSpPr>
          <p:nvPr>
            <p:ph type="subTitle" idx="3"/>
          </p:nvPr>
        </p:nvSpPr>
        <p:spPr>
          <a:xfrm>
            <a:off x="1731050" y="3957450"/>
            <a:ext cx="6613200" cy="52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Compare all models using standard performance metrics to determine which method delivers the most accurate and reliable short-term load forecasts</a:t>
            </a:r>
            <a:endParaRPr dirty="0"/>
          </a:p>
        </p:txBody>
      </p:sp>
      <p:sp>
        <p:nvSpPr>
          <p:cNvPr id="340" name="Google Shape;340;p37"/>
          <p:cNvSpPr txBox="1">
            <a:spLocks noGrp="1"/>
          </p:cNvSpPr>
          <p:nvPr>
            <p:ph type="subTitle" idx="4"/>
          </p:nvPr>
        </p:nvSpPr>
        <p:spPr>
          <a:xfrm>
            <a:off x="1731050" y="1241275"/>
            <a:ext cx="6613200" cy="53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Build a Reliable Data Foundation</a:t>
            </a:r>
            <a:endParaRPr dirty="0"/>
          </a:p>
        </p:txBody>
      </p:sp>
      <p:sp>
        <p:nvSpPr>
          <p:cNvPr id="341" name="Google Shape;341;p37"/>
          <p:cNvSpPr txBox="1">
            <a:spLocks noGrp="1"/>
          </p:cNvSpPr>
          <p:nvPr>
            <p:ph type="subTitle" idx="5"/>
          </p:nvPr>
        </p:nvSpPr>
        <p:spPr>
          <a:xfrm>
            <a:off x="1731050" y="2395400"/>
            <a:ext cx="6613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Develop and Train Forecasting Models</a:t>
            </a:r>
            <a:endParaRPr dirty="0"/>
          </a:p>
        </p:txBody>
      </p:sp>
      <p:sp>
        <p:nvSpPr>
          <p:cNvPr id="342" name="Google Shape;342;p37"/>
          <p:cNvSpPr txBox="1">
            <a:spLocks noGrp="1"/>
          </p:cNvSpPr>
          <p:nvPr>
            <p:ph type="subTitle" idx="6"/>
          </p:nvPr>
        </p:nvSpPr>
        <p:spPr>
          <a:xfrm>
            <a:off x="1731050" y="3546826"/>
            <a:ext cx="66132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Evaluate and Identify the Best Forecasting Approach</a:t>
            </a:r>
            <a:endParaRPr dirty="0"/>
          </a:p>
        </p:txBody>
      </p:sp>
      <p:grpSp>
        <p:nvGrpSpPr>
          <p:cNvPr id="343" name="Google Shape;343;p37"/>
          <p:cNvGrpSpPr/>
          <p:nvPr/>
        </p:nvGrpSpPr>
        <p:grpSpPr>
          <a:xfrm>
            <a:off x="1103963" y="3625800"/>
            <a:ext cx="345000" cy="343975"/>
            <a:chOff x="1799738" y="3074500"/>
            <a:chExt cx="345000" cy="343975"/>
          </a:xfrm>
        </p:grpSpPr>
        <p:sp>
          <p:nvSpPr>
            <p:cNvPr id="344" name="Google Shape;344;p37"/>
            <p:cNvSpPr/>
            <p:nvPr/>
          </p:nvSpPr>
          <p:spPr>
            <a:xfrm>
              <a:off x="1799738" y="3272100"/>
              <a:ext cx="345000" cy="146375"/>
            </a:xfrm>
            <a:custGeom>
              <a:avLst/>
              <a:gdLst/>
              <a:ahLst/>
              <a:cxnLst/>
              <a:rect l="l" t="t" r="r" b="b"/>
              <a:pathLst>
                <a:path w="13800" h="5855" extrusionOk="0">
                  <a:moveTo>
                    <a:pt x="5424" y="595"/>
                  </a:moveTo>
                  <a:cubicBezTo>
                    <a:pt x="6070" y="595"/>
                    <a:pt x="6582" y="1149"/>
                    <a:pt x="6582" y="1795"/>
                  </a:cubicBezTo>
                  <a:lnTo>
                    <a:pt x="6582" y="2779"/>
                  </a:lnTo>
                  <a:cubicBezTo>
                    <a:pt x="6193" y="2523"/>
                    <a:pt x="5772" y="2389"/>
                    <a:pt x="5301" y="2389"/>
                  </a:cubicBezTo>
                  <a:lnTo>
                    <a:pt x="1067" y="2389"/>
                  </a:lnTo>
                  <a:lnTo>
                    <a:pt x="1067" y="1795"/>
                  </a:lnTo>
                  <a:cubicBezTo>
                    <a:pt x="1067" y="1497"/>
                    <a:pt x="1282" y="1241"/>
                    <a:pt x="1579" y="1241"/>
                  </a:cubicBezTo>
                  <a:cubicBezTo>
                    <a:pt x="2656" y="1241"/>
                    <a:pt x="3763" y="1067"/>
                    <a:pt x="4788" y="729"/>
                  </a:cubicBezTo>
                  <a:lnTo>
                    <a:pt x="4870" y="729"/>
                  </a:lnTo>
                  <a:cubicBezTo>
                    <a:pt x="5085" y="636"/>
                    <a:pt x="5219" y="595"/>
                    <a:pt x="5424" y="595"/>
                  </a:cubicBezTo>
                  <a:close/>
                  <a:moveTo>
                    <a:pt x="8417" y="595"/>
                  </a:moveTo>
                  <a:cubicBezTo>
                    <a:pt x="8591" y="595"/>
                    <a:pt x="8714" y="636"/>
                    <a:pt x="8930" y="729"/>
                  </a:cubicBezTo>
                  <a:lnTo>
                    <a:pt x="9012" y="729"/>
                  </a:lnTo>
                  <a:cubicBezTo>
                    <a:pt x="10037" y="1067"/>
                    <a:pt x="11113" y="1241"/>
                    <a:pt x="12220" y="1241"/>
                  </a:cubicBezTo>
                  <a:cubicBezTo>
                    <a:pt x="12518" y="1241"/>
                    <a:pt x="12733" y="1497"/>
                    <a:pt x="12733" y="1579"/>
                  </a:cubicBezTo>
                  <a:lnTo>
                    <a:pt x="12733" y="2389"/>
                  </a:lnTo>
                  <a:lnTo>
                    <a:pt x="8458" y="2389"/>
                  </a:lnTo>
                  <a:cubicBezTo>
                    <a:pt x="8038" y="2389"/>
                    <a:pt x="7566" y="2523"/>
                    <a:pt x="7177" y="2779"/>
                  </a:cubicBezTo>
                  <a:lnTo>
                    <a:pt x="7177" y="1795"/>
                  </a:lnTo>
                  <a:cubicBezTo>
                    <a:pt x="7177" y="1149"/>
                    <a:pt x="7730" y="595"/>
                    <a:pt x="8417" y="595"/>
                  </a:cubicBezTo>
                  <a:close/>
                  <a:moveTo>
                    <a:pt x="13205" y="2984"/>
                  </a:moveTo>
                  <a:lnTo>
                    <a:pt x="13205" y="4142"/>
                  </a:lnTo>
                  <a:lnTo>
                    <a:pt x="8243" y="4142"/>
                  </a:lnTo>
                  <a:cubicBezTo>
                    <a:pt x="7946" y="4142"/>
                    <a:pt x="7689" y="4358"/>
                    <a:pt x="7648" y="4655"/>
                  </a:cubicBezTo>
                  <a:cubicBezTo>
                    <a:pt x="7566" y="4993"/>
                    <a:pt x="7269" y="5290"/>
                    <a:pt x="6879" y="5290"/>
                  </a:cubicBezTo>
                  <a:cubicBezTo>
                    <a:pt x="6541" y="5290"/>
                    <a:pt x="6193" y="4993"/>
                    <a:pt x="6152" y="4655"/>
                  </a:cubicBezTo>
                  <a:cubicBezTo>
                    <a:pt x="6070" y="4358"/>
                    <a:pt x="5813" y="4142"/>
                    <a:pt x="5516" y="4142"/>
                  </a:cubicBezTo>
                  <a:lnTo>
                    <a:pt x="605" y="4142"/>
                  </a:lnTo>
                  <a:lnTo>
                    <a:pt x="605" y="2984"/>
                  </a:lnTo>
                  <a:lnTo>
                    <a:pt x="5301" y="2984"/>
                  </a:lnTo>
                  <a:cubicBezTo>
                    <a:pt x="5813" y="2984"/>
                    <a:pt x="6326" y="3199"/>
                    <a:pt x="6664" y="3548"/>
                  </a:cubicBezTo>
                  <a:cubicBezTo>
                    <a:pt x="6731" y="3609"/>
                    <a:pt x="6818" y="3640"/>
                    <a:pt x="6899" y="3640"/>
                  </a:cubicBezTo>
                  <a:cubicBezTo>
                    <a:pt x="6979" y="3640"/>
                    <a:pt x="7054" y="3609"/>
                    <a:pt x="7095" y="3548"/>
                  </a:cubicBezTo>
                  <a:cubicBezTo>
                    <a:pt x="7474" y="3199"/>
                    <a:pt x="7987" y="2984"/>
                    <a:pt x="8499" y="2984"/>
                  </a:cubicBezTo>
                  <a:close/>
                  <a:moveTo>
                    <a:pt x="5383" y="1"/>
                  </a:moveTo>
                  <a:cubicBezTo>
                    <a:pt x="5085" y="1"/>
                    <a:pt x="4870" y="83"/>
                    <a:pt x="4655" y="124"/>
                  </a:cubicBezTo>
                  <a:cubicBezTo>
                    <a:pt x="4614" y="165"/>
                    <a:pt x="4614" y="165"/>
                    <a:pt x="4573" y="165"/>
                  </a:cubicBezTo>
                  <a:cubicBezTo>
                    <a:pt x="3589" y="513"/>
                    <a:pt x="2605" y="636"/>
                    <a:pt x="1579" y="636"/>
                  </a:cubicBezTo>
                  <a:cubicBezTo>
                    <a:pt x="985" y="636"/>
                    <a:pt x="472" y="1149"/>
                    <a:pt x="472" y="1795"/>
                  </a:cubicBezTo>
                  <a:lnTo>
                    <a:pt x="472" y="2389"/>
                  </a:lnTo>
                  <a:lnTo>
                    <a:pt x="298" y="2389"/>
                  </a:lnTo>
                  <a:cubicBezTo>
                    <a:pt x="134" y="2389"/>
                    <a:pt x="1" y="2564"/>
                    <a:pt x="1" y="2687"/>
                  </a:cubicBezTo>
                  <a:lnTo>
                    <a:pt x="1" y="4440"/>
                  </a:lnTo>
                  <a:cubicBezTo>
                    <a:pt x="1" y="4614"/>
                    <a:pt x="134" y="4737"/>
                    <a:pt x="298" y="4737"/>
                  </a:cubicBezTo>
                  <a:lnTo>
                    <a:pt x="5516" y="4737"/>
                  </a:lnTo>
                  <a:cubicBezTo>
                    <a:pt x="5557" y="4737"/>
                    <a:pt x="5557" y="4737"/>
                    <a:pt x="5557" y="4778"/>
                  </a:cubicBezTo>
                  <a:cubicBezTo>
                    <a:pt x="5680" y="5424"/>
                    <a:pt x="6244" y="5854"/>
                    <a:pt x="6879" y="5854"/>
                  </a:cubicBezTo>
                  <a:cubicBezTo>
                    <a:pt x="7566" y="5854"/>
                    <a:pt x="8120" y="5424"/>
                    <a:pt x="8243" y="4778"/>
                  </a:cubicBezTo>
                  <a:lnTo>
                    <a:pt x="8243" y="4737"/>
                  </a:lnTo>
                  <a:lnTo>
                    <a:pt x="13502" y="4737"/>
                  </a:lnTo>
                  <a:cubicBezTo>
                    <a:pt x="13625" y="4737"/>
                    <a:pt x="13799" y="4614"/>
                    <a:pt x="13799" y="4440"/>
                  </a:cubicBezTo>
                  <a:lnTo>
                    <a:pt x="13799" y="2687"/>
                  </a:lnTo>
                  <a:cubicBezTo>
                    <a:pt x="13799" y="2564"/>
                    <a:pt x="13625" y="2389"/>
                    <a:pt x="13502" y="2389"/>
                  </a:cubicBezTo>
                  <a:lnTo>
                    <a:pt x="13287" y="2389"/>
                  </a:lnTo>
                  <a:lnTo>
                    <a:pt x="13287" y="1579"/>
                  </a:lnTo>
                  <a:cubicBezTo>
                    <a:pt x="13287" y="1364"/>
                    <a:pt x="13205" y="1190"/>
                    <a:pt x="13030" y="1026"/>
                  </a:cubicBezTo>
                  <a:cubicBezTo>
                    <a:pt x="12815" y="811"/>
                    <a:pt x="12477" y="636"/>
                    <a:pt x="12179" y="636"/>
                  </a:cubicBezTo>
                  <a:cubicBezTo>
                    <a:pt x="11154" y="636"/>
                    <a:pt x="10170" y="513"/>
                    <a:pt x="9186" y="165"/>
                  </a:cubicBezTo>
                  <a:cubicBezTo>
                    <a:pt x="9145" y="165"/>
                    <a:pt x="9145" y="165"/>
                    <a:pt x="9104" y="124"/>
                  </a:cubicBezTo>
                  <a:cubicBezTo>
                    <a:pt x="8889" y="83"/>
                    <a:pt x="8673" y="1"/>
                    <a:pt x="8376" y="1"/>
                  </a:cubicBezTo>
                  <a:cubicBezTo>
                    <a:pt x="7782" y="1"/>
                    <a:pt x="7218" y="339"/>
                    <a:pt x="6879" y="811"/>
                  </a:cubicBezTo>
                  <a:cubicBezTo>
                    <a:pt x="6582" y="339"/>
                    <a:pt x="6028" y="1"/>
                    <a:pt x="538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7"/>
            <p:cNvSpPr/>
            <p:nvPr/>
          </p:nvSpPr>
          <p:spPr>
            <a:xfrm>
              <a:off x="2062438" y="3124750"/>
              <a:ext cx="37450" cy="14875"/>
            </a:xfrm>
            <a:custGeom>
              <a:avLst/>
              <a:gdLst/>
              <a:ahLst/>
              <a:cxnLst/>
              <a:rect l="l" t="t" r="r" b="b"/>
              <a:pathLst>
                <a:path w="1498" h="595" extrusionOk="0">
                  <a:moveTo>
                    <a:pt x="349" y="0"/>
                  </a:moveTo>
                  <a:cubicBezTo>
                    <a:pt x="134" y="0"/>
                    <a:pt x="0" y="164"/>
                    <a:pt x="41" y="338"/>
                  </a:cubicBezTo>
                  <a:cubicBezTo>
                    <a:pt x="41" y="472"/>
                    <a:pt x="175" y="595"/>
                    <a:pt x="349" y="595"/>
                  </a:cubicBezTo>
                  <a:lnTo>
                    <a:pt x="1200" y="595"/>
                  </a:lnTo>
                  <a:cubicBezTo>
                    <a:pt x="1374" y="595"/>
                    <a:pt x="1497" y="420"/>
                    <a:pt x="1497" y="256"/>
                  </a:cubicBezTo>
                  <a:cubicBezTo>
                    <a:pt x="1497" y="123"/>
                    <a:pt x="1323"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7"/>
            <p:cNvSpPr/>
            <p:nvPr/>
          </p:nvSpPr>
          <p:spPr>
            <a:xfrm>
              <a:off x="2050638" y="3074725"/>
              <a:ext cx="39750" cy="26450"/>
            </a:xfrm>
            <a:custGeom>
              <a:avLst/>
              <a:gdLst/>
              <a:ahLst/>
              <a:cxnLst/>
              <a:rect l="l" t="t" r="r" b="b"/>
              <a:pathLst>
                <a:path w="1590" h="1058" extrusionOk="0">
                  <a:moveTo>
                    <a:pt x="1229" y="0"/>
                  </a:moveTo>
                  <a:cubicBezTo>
                    <a:pt x="1190" y="0"/>
                    <a:pt x="1152" y="10"/>
                    <a:pt x="1118" y="33"/>
                  </a:cubicBezTo>
                  <a:lnTo>
                    <a:pt x="216" y="504"/>
                  </a:lnTo>
                  <a:cubicBezTo>
                    <a:pt x="93" y="586"/>
                    <a:pt x="1" y="761"/>
                    <a:pt x="93" y="884"/>
                  </a:cubicBezTo>
                  <a:cubicBezTo>
                    <a:pt x="134" y="1017"/>
                    <a:pt x="257" y="1058"/>
                    <a:pt x="349" y="1058"/>
                  </a:cubicBezTo>
                  <a:cubicBezTo>
                    <a:pt x="390" y="1058"/>
                    <a:pt x="431" y="1058"/>
                    <a:pt x="513" y="1017"/>
                  </a:cubicBezTo>
                  <a:lnTo>
                    <a:pt x="1375" y="545"/>
                  </a:lnTo>
                  <a:cubicBezTo>
                    <a:pt x="1498" y="504"/>
                    <a:pt x="1590" y="289"/>
                    <a:pt x="1498" y="166"/>
                  </a:cubicBezTo>
                  <a:cubicBezTo>
                    <a:pt x="1438" y="70"/>
                    <a:pt x="1331" y="0"/>
                    <a:pt x="1229"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7"/>
            <p:cNvSpPr/>
            <p:nvPr/>
          </p:nvSpPr>
          <p:spPr>
            <a:xfrm>
              <a:off x="2050638" y="3163175"/>
              <a:ext cx="39750" cy="25650"/>
            </a:xfrm>
            <a:custGeom>
              <a:avLst/>
              <a:gdLst/>
              <a:ahLst/>
              <a:cxnLst/>
              <a:rect l="l" t="t" r="r" b="b"/>
              <a:pathLst>
                <a:path w="1590" h="1026" extrusionOk="0">
                  <a:moveTo>
                    <a:pt x="338" y="1"/>
                  </a:moveTo>
                  <a:cubicBezTo>
                    <a:pt x="243" y="1"/>
                    <a:pt x="148" y="55"/>
                    <a:pt x="93" y="165"/>
                  </a:cubicBezTo>
                  <a:cubicBezTo>
                    <a:pt x="1" y="298"/>
                    <a:pt x="93" y="472"/>
                    <a:pt x="216" y="554"/>
                  </a:cubicBezTo>
                  <a:lnTo>
                    <a:pt x="1118" y="985"/>
                  </a:lnTo>
                  <a:cubicBezTo>
                    <a:pt x="1159" y="1026"/>
                    <a:pt x="1200" y="1026"/>
                    <a:pt x="1241" y="1026"/>
                  </a:cubicBezTo>
                  <a:cubicBezTo>
                    <a:pt x="1334" y="1026"/>
                    <a:pt x="1457" y="985"/>
                    <a:pt x="1498" y="852"/>
                  </a:cubicBezTo>
                  <a:cubicBezTo>
                    <a:pt x="1590" y="729"/>
                    <a:pt x="1498" y="554"/>
                    <a:pt x="1375" y="472"/>
                  </a:cubicBezTo>
                  <a:lnTo>
                    <a:pt x="472" y="42"/>
                  </a:lnTo>
                  <a:cubicBezTo>
                    <a:pt x="431" y="14"/>
                    <a:pt x="385" y="1"/>
                    <a:pt x="338"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7"/>
            <p:cNvSpPr/>
            <p:nvPr/>
          </p:nvSpPr>
          <p:spPr>
            <a:xfrm>
              <a:off x="1843563" y="3124750"/>
              <a:ext cx="37450" cy="14875"/>
            </a:xfrm>
            <a:custGeom>
              <a:avLst/>
              <a:gdLst/>
              <a:ahLst/>
              <a:cxnLst/>
              <a:rect l="l" t="t" r="r" b="b"/>
              <a:pathLst>
                <a:path w="1498" h="595" extrusionOk="0">
                  <a:moveTo>
                    <a:pt x="339" y="0"/>
                  </a:moveTo>
                  <a:cubicBezTo>
                    <a:pt x="134" y="0"/>
                    <a:pt x="1" y="164"/>
                    <a:pt x="42" y="338"/>
                  </a:cubicBezTo>
                  <a:cubicBezTo>
                    <a:pt x="42" y="472"/>
                    <a:pt x="175" y="595"/>
                    <a:pt x="339" y="595"/>
                  </a:cubicBezTo>
                  <a:lnTo>
                    <a:pt x="1200" y="595"/>
                  </a:lnTo>
                  <a:cubicBezTo>
                    <a:pt x="1364" y="595"/>
                    <a:pt x="1497" y="420"/>
                    <a:pt x="1497" y="256"/>
                  </a:cubicBezTo>
                  <a:cubicBezTo>
                    <a:pt x="1497" y="123"/>
                    <a:pt x="1364" y="0"/>
                    <a:pt x="120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7"/>
            <p:cNvSpPr/>
            <p:nvPr/>
          </p:nvSpPr>
          <p:spPr>
            <a:xfrm>
              <a:off x="1854338" y="3074725"/>
              <a:ext cx="38450" cy="26450"/>
            </a:xfrm>
            <a:custGeom>
              <a:avLst/>
              <a:gdLst/>
              <a:ahLst/>
              <a:cxnLst/>
              <a:rect l="l" t="t" r="r" b="b"/>
              <a:pathLst>
                <a:path w="1538" h="1058" extrusionOk="0">
                  <a:moveTo>
                    <a:pt x="355" y="0"/>
                  </a:moveTo>
                  <a:cubicBezTo>
                    <a:pt x="249" y="0"/>
                    <a:pt x="142" y="70"/>
                    <a:pt x="82" y="166"/>
                  </a:cubicBezTo>
                  <a:cubicBezTo>
                    <a:pt x="0" y="289"/>
                    <a:pt x="41" y="504"/>
                    <a:pt x="215" y="545"/>
                  </a:cubicBezTo>
                  <a:lnTo>
                    <a:pt x="1066" y="1017"/>
                  </a:lnTo>
                  <a:cubicBezTo>
                    <a:pt x="1107" y="1058"/>
                    <a:pt x="1148" y="1058"/>
                    <a:pt x="1189" y="1058"/>
                  </a:cubicBezTo>
                  <a:cubicBezTo>
                    <a:pt x="1323" y="1058"/>
                    <a:pt x="1405" y="1017"/>
                    <a:pt x="1497" y="884"/>
                  </a:cubicBezTo>
                  <a:cubicBezTo>
                    <a:pt x="1538" y="761"/>
                    <a:pt x="1497" y="586"/>
                    <a:pt x="1364" y="504"/>
                  </a:cubicBezTo>
                  <a:lnTo>
                    <a:pt x="472" y="33"/>
                  </a:lnTo>
                  <a:cubicBezTo>
                    <a:pt x="435" y="10"/>
                    <a:pt x="395" y="0"/>
                    <a:pt x="355"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7"/>
            <p:cNvSpPr/>
            <p:nvPr/>
          </p:nvSpPr>
          <p:spPr>
            <a:xfrm>
              <a:off x="1854338" y="3163175"/>
              <a:ext cx="38450" cy="25650"/>
            </a:xfrm>
            <a:custGeom>
              <a:avLst/>
              <a:gdLst/>
              <a:ahLst/>
              <a:cxnLst/>
              <a:rect l="l" t="t" r="r" b="b"/>
              <a:pathLst>
                <a:path w="1538" h="1026" extrusionOk="0">
                  <a:moveTo>
                    <a:pt x="1235" y="1"/>
                  </a:moveTo>
                  <a:cubicBezTo>
                    <a:pt x="1181" y="1"/>
                    <a:pt x="1124" y="14"/>
                    <a:pt x="1066" y="42"/>
                  </a:cubicBezTo>
                  <a:lnTo>
                    <a:pt x="215" y="472"/>
                  </a:lnTo>
                  <a:cubicBezTo>
                    <a:pt x="41" y="554"/>
                    <a:pt x="0" y="729"/>
                    <a:pt x="82" y="852"/>
                  </a:cubicBezTo>
                  <a:cubicBezTo>
                    <a:pt x="123" y="985"/>
                    <a:pt x="215" y="1026"/>
                    <a:pt x="338" y="1026"/>
                  </a:cubicBezTo>
                  <a:cubicBezTo>
                    <a:pt x="379" y="1026"/>
                    <a:pt x="421" y="1026"/>
                    <a:pt x="472" y="985"/>
                  </a:cubicBezTo>
                  <a:lnTo>
                    <a:pt x="1364" y="554"/>
                  </a:lnTo>
                  <a:cubicBezTo>
                    <a:pt x="1497" y="472"/>
                    <a:pt x="1538" y="298"/>
                    <a:pt x="1497" y="165"/>
                  </a:cubicBezTo>
                  <a:cubicBezTo>
                    <a:pt x="1435" y="55"/>
                    <a:pt x="1342" y="1"/>
                    <a:pt x="123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7"/>
            <p:cNvSpPr/>
            <p:nvPr/>
          </p:nvSpPr>
          <p:spPr>
            <a:xfrm>
              <a:off x="1916088" y="3074500"/>
              <a:ext cx="113300" cy="174100"/>
            </a:xfrm>
            <a:custGeom>
              <a:avLst/>
              <a:gdLst/>
              <a:ahLst/>
              <a:cxnLst/>
              <a:rect l="l" t="t" r="r" b="b"/>
              <a:pathLst>
                <a:path w="4532" h="6964" extrusionOk="0">
                  <a:moveTo>
                    <a:pt x="2225" y="595"/>
                  </a:moveTo>
                  <a:cubicBezTo>
                    <a:pt x="3169" y="595"/>
                    <a:pt x="3937" y="1364"/>
                    <a:pt x="3937" y="2307"/>
                  </a:cubicBezTo>
                  <a:cubicBezTo>
                    <a:pt x="3937" y="2687"/>
                    <a:pt x="3804" y="3035"/>
                    <a:pt x="3548" y="3333"/>
                  </a:cubicBezTo>
                  <a:cubicBezTo>
                    <a:pt x="3210" y="3763"/>
                    <a:pt x="2994" y="4276"/>
                    <a:pt x="2871" y="4870"/>
                  </a:cubicBezTo>
                  <a:lnTo>
                    <a:pt x="1631" y="4870"/>
                  </a:lnTo>
                  <a:cubicBezTo>
                    <a:pt x="1498" y="4317"/>
                    <a:pt x="1282" y="3804"/>
                    <a:pt x="903" y="3333"/>
                  </a:cubicBezTo>
                  <a:cubicBezTo>
                    <a:pt x="688" y="3035"/>
                    <a:pt x="565" y="2687"/>
                    <a:pt x="565" y="2307"/>
                  </a:cubicBezTo>
                  <a:cubicBezTo>
                    <a:pt x="565" y="1364"/>
                    <a:pt x="1333" y="595"/>
                    <a:pt x="2225" y="595"/>
                  </a:cubicBezTo>
                  <a:close/>
                  <a:moveTo>
                    <a:pt x="2820" y="5424"/>
                  </a:moveTo>
                  <a:lnTo>
                    <a:pt x="2820" y="5813"/>
                  </a:lnTo>
                  <a:cubicBezTo>
                    <a:pt x="2820" y="6111"/>
                    <a:pt x="2564" y="6367"/>
                    <a:pt x="2266" y="6367"/>
                  </a:cubicBezTo>
                  <a:cubicBezTo>
                    <a:pt x="1928" y="6367"/>
                    <a:pt x="1672" y="6111"/>
                    <a:pt x="1672" y="5813"/>
                  </a:cubicBezTo>
                  <a:lnTo>
                    <a:pt x="1672" y="5424"/>
                  </a:lnTo>
                  <a:close/>
                  <a:moveTo>
                    <a:pt x="2225" y="1"/>
                  </a:moveTo>
                  <a:cubicBezTo>
                    <a:pt x="1631" y="1"/>
                    <a:pt x="1077" y="257"/>
                    <a:pt x="647" y="688"/>
                  </a:cubicBezTo>
                  <a:cubicBezTo>
                    <a:pt x="216" y="1108"/>
                    <a:pt x="1" y="1713"/>
                    <a:pt x="1" y="2307"/>
                  </a:cubicBezTo>
                  <a:cubicBezTo>
                    <a:pt x="1" y="2820"/>
                    <a:pt x="134" y="3292"/>
                    <a:pt x="472" y="3671"/>
                  </a:cubicBezTo>
                  <a:cubicBezTo>
                    <a:pt x="770" y="4101"/>
                    <a:pt x="985" y="4614"/>
                    <a:pt x="1077" y="5086"/>
                  </a:cubicBezTo>
                  <a:lnTo>
                    <a:pt x="1077" y="5168"/>
                  </a:lnTo>
                  <a:lnTo>
                    <a:pt x="1077" y="5762"/>
                  </a:lnTo>
                  <a:cubicBezTo>
                    <a:pt x="1077" y="6425"/>
                    <a:pt x="1593" y="6964"/>
                    <a:pt x="2237" y="6964"/>
                  </a:cubicBezTo>
                  <a:cubicBezTo>
                    <a:pt x="2260" y="6964"/>
                    <a:pt x="2284" y="6963"/>
                    <a:pt x="2307" y="6962"/>
                  </a:cubicBezTo>
                  <a:cubicBezTo>
                    <a:pt x="2953" y="6921"/>
                    <a:pt x="3425" y="6408"/>
                    <a:pt x="3425" y="5813"/>
                  </a:cubicBezTo>
                  <a:lnTo>
                    <a:pt x="3425" y="5168"/>
                  </a:lnTo>
                  <a:lnTo>
                    <a:pt x="3425" y="5127"/>
                  </a:lnTo>
                  <a:cubicBezTo>
                    <a:pt x="3507" y="4614"/>
                    <a:pt x="3722" y="4101"/>
                    <a:pt x="4019" y="3712"/>
                  </a:cubicBezTo>
                  <a:cubicBezTo>
                    <a:pt x="4358" y="3292"/>
                    <a:pt x="4532" y="2820"/>
                    <a:pt x="4532" y="2307"/>
                  </a:cubicBezTo>
                  <a:cubicBezTo>
                    <a:pt x="4532" y="1713"/>
                    <a:pt x="4276" y="1108"/>
                    <a:pt x="3845" y="688"/>
                  </a:cubicBezTo>
                  <a:cubicBezTo>
                    <a:pt x="3425" y="257"/>
                    <a:pt x="2871" y="1"/>
                    <a:pt x="2266"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2" name="Google Shape;352;p37"/>
          <p:cNvGrpSpPr/>
          <p:nvPr/>
        </p:nvGrpSpPr>
        <p:grpSpPr>
          <a:xfrm>
            <a:off x="1129588" y="2479569"/>
            <a:ext cx="293750" cy="345000"/>
            <a:chOff x="5596113" y="2520150"/>
            <a:chExt cx="293750" cy="345000"/>
          </a:xfrm>
        </p:grpSpPr>
        <p:sp>
          <p:nvSpPr>
            <p:cNvPr id="353" name="Google Shape;353;p37"/>
            <p:cNvSpPr/>
            <p:nvPr/>
          </p:nvSpPr>
          <p:spPr>
            <a:xfrm>
              <a:off x="5768088" y="2747750"/>
              <a:ext cx="70500" cy="70500"/>
            </a:xfrm>
            <a:custGeom>
              <a:avLst/>
              <a:gdLst/>
              <a:ahLst/>
              <a:cxnLst/>
              <a:rect l="l" t="t" r="r" b="b"/>
              <a:pathLst>
                <a:path w="2820" h="2820" extrusionOk="0">
                  <a:moveTo>
                    <a:pt x="2389" y="0"/>
                  </a:moveTo>
                  <a:lnTo>
                    <a:pt x="1" y="2389"/>
                  </a:lnTo>
                  <a:lnTo>
                    <a:pt x="421" y="2819"/>
                  </a:lnTo>
                  <a:lnTo>
                    <a:pt x="2820" y="431"/>
                  </a:lnTo>
                  <a:lnTo>
                    <a:pt x="2389"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7"/>
            <p:cNvSpPr/>
            <p:nvPr/>
          </p:nvSpPr>
          <p:spPr>
            <a:xfrm>
              <a:off x="5596113" y="2565000"/>
              <a:ext cx="244525" cy="300150"/>
            </a:xfrm>
            <a:custGeom>
              <a:avLst/>
              <a:gdLst/>
              <a:ahLst/>
              <a:cxnLst/>
              <a:rect l="l" t="t" r="r" b="b"/>
              <a:pathLst>
                <a:path w="9781" h="12006" extrusionOk="0">
                  <a:moveTo>
                    <a:pt x="9186" y="10211"/>
                  </a:moveTo>
                  <a:lnTo>
                    <a:pt x="9186" y="10816"/>
                  </a:lnTo>
                  <a:lnTo>
                    <a:pt x="9186" y="11411"/>
                  </a:lnTo>
                  <a:lnTo>
                    <a:pt x="1241" y="11411"/>
                  </a:lnTo>
                  <a:cubicBezTo>
                    <a:pt x="893" y="11411"/>
                    <a:pt x="637" y="11154"/>
                    <a:pt x="637" y="10857"/>
                  </a:cubicBezTo>
                  <a:cubicBezTo>
                    <a:pt x="596" y="10509"/>
                    <a:pt x="893" y="10211"/>
                    <a:pt x="1190" y="10211"/>
                  </a:cubicBezTo>
                  <a:close/>
                  <a:moveTo>
                    <a:pt x="1149" y="1"/>
                  </a:moveTo>
                  <a:cubicBezTo>
                    <a:pt x="514" y="1"/>
                    <a:pt x="1" y="514"/>
                    <a:pt x="1" y="1200"/>
                  </a:cubicBezTo>
                  <a:lnTo>
                    <a:pt x="1" y="10816"/>
                  </a:lnTo>
                  <a:cubicBezTo>
                    <a:pt x="1" y="11452"/>
                    <a:pt x="555" y="12005"/>
                    <a:pt x="1190" y="12005"/>
                  </a:cubicBezTo>
                  <a:lnTo>
                    <a:pt x="9484" y="12005"/>
                  </a:lnTo>
                  <a:cubicBezTo>
                    <a:pt x="9648" y="12005"/>
                    <a:pt x="9781" y="11882"/>
                    <a:pt x="9781" y="11708"/>
                  </a:cubicBezTo>
                  <a:lnTo>
                    <a:pt x="9781" y="10816"/>
                  </a:lnTo>
                  <a:lnTo>
                    <a:pt x="9781" y="9914"/>
                  </a:lnTo>
                  <a:lnTo>
                    <a:pt x="9781" y="3804"/>
                  </a:lnTo>
                  <a:lnTo>
                    <a:pt x="9186" y="3804"/>
                  </a:lnTo>
                  <a:lnTo>
                    <a:pt x="9186" y="9658"/>
                  </a:lnTo>
                  <a:lnTo>
                    <a:pt x="1190" y="9658"/>
                  </a:lnTo>
                  <a:cubicBezTo>
                    <a:pt x="985" y="9658"/>
                    <a:pt x="770" y="9699"/>
                    <a:pt x="596" y="9791"/>
                  </a:cubicBezTo>
                  <a:lnTo>
                    <a:pt x="596" y="1200"/>
                  </a:lnTo>
                  <a:cubicBezTo>
                    <a:pt x="596" y="862"/>
                    <a:pt x="852" y="606"/>
                    <a:pt x="1149" y="606"/>
                  </a:cubicBezTo>
                  <a:lnTo>
                    <a:pt x="6275" y="606"/>
                  </a:lnTo>
                  <a:lnTo>
                    <a:pt x="6275" y="1"/>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7"/>
            <p:cNvSpPr/>
            <p:nvPr/>
          </p:nvSpPr>
          <p:spPr>
            <a:xfrm>
              <a:off x="5661213" y="2619600"/>
              <a:ext cx="100500" cy="14900"/>
            </a:xfrm>
            <a:custGeom>
              <a:avLst/>
              <a:gdLst/>
              <a:ahLst/>
              <a:cxnLst/>
              <a:rect l="l" t="t" r="r" b="b"/>
              <a:pathLst>
                <a:path w="4020" h="596" extrusionOk="0">
                  <a:moveTo>
                    <a:pt x="339" y="0"/>
                  </a:moveTo>
                  <a:cubicBezTo>
                    <a:pt x="175" y="0"/>
                    <a:pt x="1" y="175"/>
                    <a:pt x="42" y="339"/>
                  </a:cubicBezTo>
                  <a:cubicBezTo>
                    <a:pt x="42" y="513"/>
                    <a:pt x="216" y="595"/>
                    <a:pt x="339" y="595"/>
                  </a:cubicBezTo>
                  <a:lnTo>
                    <a:pt x="3712" y="595"/>
                  </a:lnTo>
                  <a:cubicBezTo>
                    <a:pt x="3886" y="595"/>
                    <a:pt x="4019" y="431"/>
                    <a:pt x="3968" y="257"/>
                  </a:cubicBezTo>
                  <a:cubicBezTo>
                    <a:pt x="3968" y="124"/>
                    <a:pt x="3845" y="0"/>
                    <a:pt x="3671"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7"/>
            <p:cNvSpPr/>
            <p:nvPr/>
          </p:nvSpPr>
          <p:spPr>
            <a:xfrm>
              <a:off x="5688888" y="2663425"/>
              <a:ext cx="60000" cy="14900"/>
            </a:xfrm>
            <a:custGeom>
              <a:avLst/>
              <a:gdLst/>
              <a:ahLst/>
              <a:cxnLst/>
              <a:rect l="l" t="t" r="r" b="b"/>
              <a:pathLst>
                <a:path w="2400" h="596" extrusionOk="0">
                  <a:moveTo>
                    <a:pt x="298" y="0"/>
                  </a:moveTo>
                  <a:cubicBezTo>
                    <a:pt x="134" y="0"/>
                    <a:pt x="1" y="165"/>
                    <a:pt x="42" y="339"/>
                  </a:cubicBezTo>
                  <a:cubicBezTo>
                    <a:pt x="42" y="472"/>
                    <a:pt x="175" y="595"/>
                    <a:pt x="350" y="595"/>
                  </a:cubicBezTo>
                  <a:lnTo>
                    <a:pt x="2051" y="595"/>
                  </a:lnTo>
                  <a:cubicBezTo>
                    <a:pt x="2267" y="595"/>
                    <a:pt x="2400" y="421"/>
                    <a:pt x="2349" y="257"/>
                  </a:cubicBezTo>
                  <a:cubicBezTo>
                    <a:pt x="2349" y="82"/>
                    <a:pt x="2226" y="0"/>
                    <a:pt x="2051"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7"/>
            <p:cNvSpPr/>
            <p:nvPr/>
          </p:nvSpPr>
          <p:spPr>
            <a:xfrm>
              <a:off x="5732713" y="2520150"/>
              <a:ext cx="157150" cy="158175"/>
            </a:xfrm>
            <a:custGeom>
              <a:avLst/>
              <a:gdLst/>
              <a:ahLst/>
              <a:cxnLst/>
              <a:rect l="l" t="t" r="r" b="b"/>
              <a:pathLst>
                <a:path w="6286" h="6327" extrusionOk="0">
                  <a:moveTo>
                    <a:pt x="3158" y="606"/>
                  </a:moveTo>
                  <a:cubicBezTo>
                    <a:pt x="3507" y="606"/>
                    <a:pt x="3722" y="821"/>
                    <a:pt x="3845" y="1026"/>
                  </a:cubicBezTo>
                  <a:cubicBezTo>
                    <a:pt x="3907" y="1127"/>
                    <a:pt x="3998" y="1175"/>
                    <a:pt x="4092" y="1175"/>
                  </a:cubicBezTo>
                  <a:cubicBezTo>
                    <a:pt x="4122" y="1175"/>
                    <a:pt x="4153" y="1169"/>
                    <a:pt x="4184" y="1159"/>
                  </a:cubicBezTo>
                  <a:cubicBezTo>
                    <a:pt x="4252" y="1150"/>
                    <a:pt x="4318" y="1145"/>
                    <a:pt x="4381" y="1145"/>
                  </a:cubicBezTo>
                  <a:cubicBezTo>
                    <a:pt x="4603" y="1145"/>
                    <a:pt x="4793" y="1207"/>
                    <a:pt x="4952" y="1375"/>
                  </a:cubicBezTo>
                  <a:cubicBezTo>
                    <a:pt x="5168" y="1590"/>
                    <a:pt x="5260" y="1887"/>
                    <a:pt x="5168" y="2143"/>
                  </a:cubicBezTo>
                  <a:cubicBezTo>
                    <a:pt x="5127" y="2266"/>
                    <a:pt x="5168" y="2441"/>
                    <a:pt x="5301" y="2482"/>
                  </a:cubicBezTo>
                  <a:cubicBezTo>
                    <a:pt x="5557" y="2656"/>
                    <a:pt x="5721" y="2912"/>
                    <a:pt x="5721" y="3169"/>
                  </a:cubicBezTo>
                  <a:cubicBezTo>
                    <a:pt x="5721" y="3466"/>
                    <a:pt x="5557" y="3722"/>
                    <a:pt x="5301" y="3896"/>
                  </a:cubicBezTo>
                  <a:cubicBezTo>
                    <a:pt x="5168" y="3937"/>
                    <a:pt x="5127" y="4060"/>
                    <a:pt x="5168" y="4194"/>
                  </a:cubicBezTo>
                  <a:cubicBezTo>
                    <a:pt x="5260" y="4491"/>
                    <a:pt x="5168" y="4788"/>
                    <a:pt x="4952" y="5004"/>
                  </a:cubicBezTo>
                  <a:cubicBezTo>
                    <a:pt x="4802" y="5132"/>
                    <a:pt x="4596" y="5210"/>
                    <a:pt x="4396" y="5210"/>
                  </a:cubicBezTo>
                  <a:cubicBezTo>
                    <a:pt x="4323" y="5210"/>
                    <a:pt x="4252" y="5200"/>
                    <a:pt x="4184" y="5178"/>
                  </a:cubicBezTo>
                  <a:cubicBezTo>
                    <a:pt x="4061" y="5178"/>
                    <a:pt x="3927" y="5219"/>
                    <a:pt x="3845" y="5342"/>
                  </a:cubicBezTo>
                  <a:cubicBezTo>
                    <a:pt x="3722" y="5598"/>
                    <a:pt x="3466" y="5731"/>
                    <a:pt x="3158" y="5731"/>
                  </a:cubicBezTo>
                  <a:cubicBezTo>
                    <a:pt x="2861" y="5731"/>
                    <a:pt x="2605" y="5598"/>
                    <a:pt x="2482" y="5342"/>
                  </a:cubicBezTo>
                  <a:cubicBezTo>
                    <a:pt x="2390" y="5219"/>
                    <a:pt x="2308" y="5178"/>
                    <a:pt x="2226" y="5178"/>
                  </a:cubicBezTo>
                  <a:lnTo>
                    <a:pt x="2133" y="5178"/>
                  </a:lnTo>
                  <a:cubicBezTo>
                    <a:pt x="2054" y="5200"/>
                    <a:pt x="1978" y="5210"/>
                    <a:pt x="1905" y="5210"/>
                  </a:cubicBezTo>
                  <a:cubicBezTo>
                    <a:pt x="1703" y="5210"/>
                    <a:pt x="1523" y="5132"/>
                    <a:pt x="1364" y="5004"/>
                  </a:cubicBezTo>
                  <a:cubicBezTo>
                    <a:pt x="1159" y="4788"/>
                    <a:pt x="1067" y="4491"/>
                    <a:pt x="1159" y="4194"/>
                  </a:cubicBezTo>
                  <a:cubicBezTo>
                    <a:pt x="1200" y="4060"/>
                    <a:pt x="1108" y="3937"/>
                    <a:pt x="1026" y="3896"/>
                  </a:cubicBezTo>
                  <a:cubicBezTo>
                    <a:pt x="770" y="3722"/>
                    <a:pt x="596" y="3466"/>
                    <a:pt x="596" y="3169"/>
                  </a:cubicBezTo>
                  <a:cubicBezTo>
                    <a:pt x="596" y="2912"/>
                    <a:pt x="770" y="2656"/>
                    <a:pt x="1026" y="2482"/>
                  </a:cubicBezTo>
                  <a:cubicBezTo>
                    <a:pt x="1108" y="2441"/>
                    <a:pt x="1200" y="2266"/>
                    <a:pt x="1159" y="2143"/>
                  </a:cubicBezTo>
                  <a:cubicBezTo>
                    <a:pt x="1067" y="1887"/>
                    <a:pt x="1159" y="1590"/>
                    <a:pt x="1364" y="1375"/>
                  </a:cubicBezTo>
                  <a:cubicBezTo>
                    <a:pt x="1532" y="1207"/>
                    <a:pt x="1724" y="1145"/>
                    <a:pt x="1941" y="1145"/>
                  </a:cubicBezTo>
                  <a:cubicBezTo>
                    <a:pt x="2003" y="1145"/>
                    <a:pt x="2067" y="1150"/>
                    <a:pt x="2133" y="1159"/>
                  </a:cubicBezTo>
                  <a:cubicBezTo>
                    <a:pt x="2166" y="1169"/>
                    <a:pt x="2198" y="1175"/>
                    <a:pt x="2230" y="1175"/>
                  </a:cubicBezTo>
                  <a:cubicBezTo>
                    <a:pt x="2325" y="1175"/>
                    <a:pt x="2412" y="1127"/>
                    <a:pt x="2482" y="1026"/>
                  </a:cubicBezTo>
                  <a:cubicBezTo>
                    <a:pt x="2605" y="770"/>
                    <a:pt x="2902" y="606"/>
                    <a:pt x="3158" y="606"/>
                  </a:cubicBezTo>
                  <a:close/>
                  <a:moveTo>
                    <a:pt x="3210" y="1"/>
                  </a:moveTo>
                  <a:cubicBezTo>
                    <a:pt x="2779" y="1"/>
                    <a:pt x="2349" y="216"/>
                    <a:pt x="2051" y="565"/>
                  </a:cubicBezTo>
                  <a:cubicBezTo>
                    <a:pt x="1998" y="558"/>
                    <a:pt x="1944" y="554"/>
                    <a:pt x="1889" y="554"/>
                  </a:cubicBezTo>
                  <a:cubicBezTo>
                    <a:pt x="1554" y="554"/>
                    <a:pt x="1200" y="688"/>
                    <a:pt x="944" y="944"/>
                  </a:cubicBezTo>
                  <a:cubicBezTo>
                    <a:pt x="647" y="1282"/>
                    <a:pt x="473" y="1672"/>
                    <a:pt x="555" y="2102"/>
                  </a:cubicBezTo>
                  <a:cubicBezTo>
                    <a:pt x="216" y="2359"/>
                    <a:pt x="1" y="2738"/>
                    <a:pt x="1" y="3169"/>
                  </a:cubicBezTo>
                  <a:cubicBezTo>
                    <a:pt x="1" y="3589"/>
                    <a:pt x="216" y="4019"/>
                    <a:pt x="555" y="4276"/>
                  </a:cubicBezTo>
                  <a:cubicBezTo>
                    <a:pt x="473" y="4706"/>
                    <a:pt x="647" y="5086"/>
                    <a:pt x="944" y="5383"/>
                  </a:cubicBezTo>
                  <a:cubicBezTo>
                    <a:pt x="1211" y="5659"/>
                    <a:pt x="1586" y="5820"/>
                    <a:pt x="1964" y="5820"/>
                  </a:cubicBezTo>
                  <a:cubicBezTo>
                    <a:pt x="2007" y="5820"/>
                    <a:pt x="2050" y="5818"/>
                    <a:pt x="2092" y="5813"/>
                  </a:cubicBezTo>
                  <a:cubicBezTo>
                    <a:pt x="2349" y="6111"/>
                    <a:pt x="2738" y="6326"/>
                    <a:pt x="3158" y="6326"/>
                  </a:cubicBezTo>
                  <a:cubicBezTo>
                    <a:pt x="3589" y="6326"/>
                    <a:pt x="3979" y="6111"/>
                    <a:pt x="4235" y="5813"/>
                  </a:cubicBezTo>
                  <a:cubicBezTo>
                    <a:pt x="4278" y="5818"/>
                    <a:pt x="4320" y="5820"/>
                    <a:pt x="4363" y="5820"/>
                  </a:cubicBezTo>
                  <a:cubicBezTo>
                    <a:pt x="4741" y="5820"/>
                    <a:pt x="5116" y="5659"/>
                    <a:pt x="5383" y="5383"/>
                  </a:cubicBezTo>
                  <a:cubicBezTo>
                    <a:pt x="5680" y="5086"/>
                    <a:pt x="5814" y="4706"/>
                    <a:pt x="5773" y="4276"/>
                  </a:cubicBezTo>
                  <a:cubicBezTo>
                    <a:pt x="6111" y="4019"/>
                    <a:pt x="6285" y="3589"/>
                    <a:pt x="6285" y="3169"/>
                  </a:cubicBezTo>
                  <a:cubicBezTo>
                    <a:pt x="6285" y="2738"/>
                    <a:pt x="6111" y="2359"/>
                    <a:pt x="5773" y="2102"/>
                  </a:cubicBezTo>
                  <a:cubicBezTo>
                    <a:pt x="5814" y="1672"/>
                    <a:pt x="5680" y="1282"/>
                    <a:pt x="5383" y="944"/>
                  </a:cubicBezTo>
                  <a:cubicBezTo>
                    <a:pt x="5127" y="688"/>
                    <a:pt x="4773" y="554"/>
                    <a:pt x="4412" y="554"/>
                  </a:cubicBezTo>
                  <a:cubicBezTo>
                    <a:pt x="4353" y="554"/>
                    <a:pt x="4294" y="558"/>
                    <a:pt x="4235" y="565"/>
                  </a:cubicBezTo>
                  <a:cubicBezTo>
                    <a:pt x="3979" y="216"/>
                    <a:pt x="3589" y="1"/>
                    <a:pt x="3210"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7"/>
            <p:cNvSpPr/>
            <p:nvPr/>
          </p:nvSpPr>
          <p:spPr>
            <a:xfrm>
              <a:off x="5787313" y="2575525"/>
              <a:ext cx="48975" cy="48450"/>
            </a:xfrm>
            <a:custGeom>
              <a:avLst/>
              <a:gdLst/>
              <a:ahLst/>
              <a:cxnLst/>
              <a:rect l="l" t="t" r="r" b="b"/>
              <a:pathLst>
                <a:path w="1959" h="1938" extrusionOk="0">
                  <a:moveTo>
                    <a:pt x="1620" y="0"/>
                  </a:moveTo>
                  <a:cubicBezTo>
                    <a:pt x="1546" y="0"/>
                    <a:pt x="1472" y="31"/>
                    <a:pt x="1405" y="93"/>
                  </a:cubicBezTo>
                  <a:lnTo>
                    <a:pt x="124" y="1425"/>
                  </a:lnTo>
                  <a:cubicBezTo>
                    <a:pt x="1" y="1548"/>
                    <a:pt x="1" y="1722"/>
                    <a:pt x="124" y="1845"/>
                  </a:cubicBezTo>
                  <a:cubicBezTo>
                    <a:pt x="165" y="1887"/>
                    <a:pt x="257" y="1938"/>
                    <a:pt x="339" y="1938"/>
                  </a:cubicBezTo>
                  <a:cubicBezTo>
                    <a:pt x="380" y="1938"/>
                    <a:pt x="462" y="1887"/>
                    <a:pt x="513" y="1845"/>
                  </a:cubicBezTo>
                  <a:lnTo>
                    <a:pt x="1836" y="523"/>
                  </a:lnTo>
                  <a:cubicBezTo>
                    <a:pt x="1959" y="400"/>
                    <a:pt x="1959" y="226"/>
                    <a:pt x="1836" y="93"/>
                  </a:cubicBezTo>
                  <a:cubicBezTo>
                    <a:pt x="1769" y="31"/>
                    <a:pt x="1695" y="0"/>
                    <a:pt x="162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7"/>
            <p:cNvSpPr/>
            <p:nvPr/>
          </p:nvSpPr>
          <p:spPr>
            <a:xfrm>
              <a:off x="5780913" y="2570400"/>
              <a:ext cx="17950" cy="15150"/>
            </a:xfrm>
            <a:custGeom>
              <a:avLst/>
              <a:gdLst/>
              <a:ahLst/>
              <a:cxnLst/>
              <a:rect l="l" t="t" r="r" b="b"/>
              <a:pathLst>
                <a:path w="718" h="606" extrusionOk="0">
                  <a:moveTo>
                    <a:pt x="339" y="0"/>
                  </a:moveTo>
                  <a:cubicBezTo>
                    <a:pt x="257" y="0"/>
                    <a:pt x="164" y="41"/>
                    <a:pt x="123" y="133"/>
                  </a:cubicBezTo>
                  <a:cubicBezTo>
                    <a:pt x="0" y="390"/>
                    <a:pt x="123" y="605"/>
                    <a:pt x="339" y="605"/>
                  </a:cubicBezTo>
                  <a:cubicBezTo>
                    <a:pt x="554" y="605"/>
                    <a:pt x="718" y="390"/>
                    <a:pt x="636" y="174"/>
                  </a:cubicBezTo>
                  <a:cubicBezTo>
                    <a:pt x="595" y="92"/>
                    <a:pt x="462" y="0"/>
                    <a:pt x="38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7"/>
            <p:cNvSpPr/>
            <p:nvPr/>
          </p:nvSpPr>
          <p:spPr>
            <a:xfrm>
              <a:off x="5824488" y="2614225"/>
              <a:ext cx="18200" cy="14875"/>
            </a:xfrm>
            <a:custGeom>
              <a:avLst/>
              <a:gdLst/>
              <a:ahLst/>
              <a:cxnLst/>
              <a:rect l="l" t="t" r="r" b="b"/>
              <a:pathLst>
                <a:path w="728" h="595" extrusionOk="0">
                  <a:moveTo>
                    <a:pt x="349" y="0"/>
                  </a:moveTo>
                  <a:cubicBezTo>
                    <a:pt x="256" y="0"/>
                    <a:pt x="174" y="41"/>
                    <a:pt x="92" y="133"/>
                  </a:cubicBezTo>
                  <a:cubicBezTo>
                    <a:pt x="0" y="390"/>
                    <a:pt x="133" y="595"/>
                    <a:pt x="349" y="595"/>
                  </a:cubicBezTo>
                  <a:cubicBezTo>
                    <a:pt x="564" y="595"/>
                    <a:pt x="728" y="390"/>
                    <a:pt x="646" y="174"/>
                  </a:cubicBezTo>
                  <a:cubicBezTo>
                    <a:pt x="605" y="41"/>
                    <a:pt x="472" y="0"/>
                    <a:pt x="39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361;p37"/>
          <p:cNvGrpSpPr/>
          <p:nvPr/>
        </p:nvGrpSpPr>
        <p:grpSpPr>
          <a:xfrm>
            <a:off x="1104613" y="1334613"/>
            <a:ext cx="343700" cy="343725"/>
            <a:chOff x="5493613" y="1976825"/>
            <a:chExt cx="343700" cy="343725"/>
          </a:xfrm>
        </p:grpSpPr>
        <p:sp>
          <p:nvSpPr>
            <p:cNvPr id="362" name="Google Shape;362;p37"/>
            <p:cNvSpPr/>
            <p:nvPr/>
          </p:nvSpPr>
          <p:spPr>
            <a:xfrm>
              <a:off x="5493613" y="1976825"/>
              <a:ext cx="343700" cy="255050"/>
            </a:xfrm>
            <a:custGeom>
              <a:avLst/>
              <a:gdLst/>
              <a:ahLst/>
              <a:cxnLst/>
              <a:rect l="l" t="t" r="r" b="b"/>
              <a:pathLst>
                <a:path w="13748" h="10202" extrusionOk="0">
                  <a:moveTo>
                    <a:pt x="298" y="1"/>
                  </a:moveTo>
                  <a:cubicBezTo>
                    <a:pt x="123" y="1"/>
                    <a:pt x="0" y="124"/>
                    <a:pt x="0" y="257"/>
                  </a:cubicBezTo>
                  <a:lnTo>
                    <a:pt x="0" y="8202"/>
                  </a:lnTo>
                  <a:lnTo>
                    <a:pt x="0" y="9945"/>
                  </a:lnTo>
                  <a:cubicBezTo>
                    <a:pt x="0" y="10078"/>
                    <a:pt x="123" y="10201"/>
                    <a:pt x="298" y="10201"/>
                  </a:cubicBezTo>
                  <a:lnTo>
                    <a:pt x="4265" y="10201"/>
                  </a:lnTo>
                  <a:lnTo>
                    <a:pt x="4265" y="9647"/>
                  </a:lnTo>
                  <a:lnTo>
                    <a:pt x="595" y="9647"/>
                  </a:lnTo>
                  <a:lnTo>
                    <a:pt x="595" y="8499"/>
                  </a:lnTo>
                  <a:lnTo>
                    <a:pt x="4614" y="8499"/>
                  </a:lnTo>
                  <a:lnTo>
                    <a:pt x="4614" y="7894"/>
                  </a:lnTo>
                  <a:lnTo>
                    <a:pt x="595" y="7894"/>
                  </a:lnTo>
                  <a:lnTo>
                    <a:pt x="595" y="554"/>
                  </a:lnTo>
                  <a:lnTo>
                    <a:pt x="5126" y="554"/>
                  </a:lnTo>
                  <a:cubicBezTo>
                    <a:pt x="5680" y="554"/>
                    <a:pt x="6233" y="811"/>
                    <a:pt x="6572" y="1231"/>
                  </a:cubicBezTo>
                  <a:lnTo>
                    <a:pt x="6572" y="6869"/>
                  </a:lnTo>
                  <a:lnTo>
                    <a:pt x="7176" y="6869"/>
                  </a:lnTo>
                  <a:lnTo>
                    <a:pt x="7176" y="1231"/>
                  </a:lnTo>
                  <a:cubicBezTo>
                    <a:pt x="7515" y="811"/>
                    <a:pt x="8068" y="554"/>
                    <a:pt x="8622" y="554"/>
                  </a:cubicBezTo>
                  <a:lnTo>
                    <a:pt x="13153" y="554"/>
                  </a:lnTo>
                  <a:lnTo>
                    <a:pt x="13153" y="7894"/>
                  </a:lnTo>
                  <a:lnTo>
                    <a:pt x="9134" y="7894"/>
                  </a:lnTo>
                  <a:lnTo>
                    <a:pt x="9134" y="8499"/>
                  </a:lnTo>
                  <a:lnTo>
                    <a:pt x="13153" y="8499"/>
                  </a:lnTo>
                  <a:lnTo>
                    <a:pt x="13153" y="9647"/>
                  </a:lnTo>
                  <a:lnTo>
                    <a:pt x="9442" y="9647"/>
                  </a:lnTo>
                  <a:lnTo>
                    <a:pt x="9442" y="10201"/>
                  </a:lnTo>
                  <a:lnTo>
                    <a:pt x="13450" y="10201"/>
                  </a:lnTo>
                  <a:cubicBezTo>
                    <a:pt x="13625" y="10201"/>
                    <a:pt x="13748" y="10078"/>
                    <a:pt x="13748" y="9945"/>
                  </a:cubicBezTo>
                  <a:lnTo>
                    <a:pt x="13748" y="8202"/>
                  </a:lnTo>
                  <a:lnTo>
                    <a:pt x="13748" y="257"/>
                  </a:lnTo>
                  <a:cubicBezTo>
                    <a:pt x="13748" y="124"/>
                    <a:pt x="13625" y="1"/>
                    <a:pt x="13450" y="1"/>
                  </a:cubicBezTo>
                  <a:lnTo>
                    <a:pt x="8622" y="1"/>
                  </a:lnTo>
                  <a:cubicBezTo>
                    <a:pt x="7986" y="1"/>
                    <a:pt x="7340" y="257"/>
                    <a:pt x="6879" y="677"/>
                  </a:cubicBezTo>
                  <a:cubicBezTo>
                    <a:pt x="6408" y="257"/>
                    <a:pt x="5762" y="1"/>
                    <a:pt x="5126"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7"/>
            <p:cNvSpPr/>
            <p:nvPr/>
          </p:nvSpPr>
          <p:spPr>
            <a:xfrm>
              <a:off x="5701713" y="2026800"/>
              <a:ext cx="92025" cy="15150"/>
            </a:xfrm>
            <a:custGeom>
              <a:avLst/>
              <a:gdLst/>
              <a:ahLst/>
              <a:cxnLst/>
              <a:rect l="l" t="t" r="r" b="b"/>
              <a:pathLst>
                <a:path w="3681" h="606" extrusionOk="0">
                  <a:moveTo>
                    <a:pt x="298" y="1"/>
                  </a:moveTo>
                  <a:cubicBezTo>
                    <a:pt x="134" y="1"/>
                    <a:pt x="1" y="175"/>
                    <a:pt x="1" y="349"/>
                  </a:cubicBezTo>
                  <a:cubicBezTo>
                    <a:pt x="42" y="513"/>
                    <a:pt x="175" y="606"/>
                    <a:pt x="298" y="606"/>
                  </a:cubicBezTo>
                  <a:lnTo>
                    <a:pt x="3373" y="606"/>
                  </a:lnTo>
                  <a:cubicBezTo>
                    <a:pt x="3548" y="606"/>
                    <a:pt x="3681" y="472"/>
                    <a:pt x="3681" y="257"/>
                  </a:cubicBezTo>
                  <a:cubicBezTo>
                    <a:pt x="3630" y="134"/>
                    <a:pt x="3507" y="1"/>
                    <a:pt x="3373"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7"/>
            <p:cNvSpPr/>
            <p:nvPr/>
          </p:nvSpPr>
          <p:spPr>
            <a:xfrm>
              <a:off x="5537438" y="2026800"/>
              <a:ext cx="92800" cy="15150"/>
            </a:xfrm>
            <a:custGeom>
              <a:avLst/>
              <a:gdLst/>
              <a:ahLst/>
              <a:cxnLst/>
              <a:rect l="l" t="t" r="r" b="b"/>
              <a:pathLst>
                <a:path w="3712" h="606" extrusionOk="0">
                  <a:moveTo>
                    <a:pt x="298" y="1"/>
                  </a:moveTo>
                  <a:cubicBezTo>
                    <a:pt x="123" y="1"/>
                    <a:pt x="0" y="175"/>
                    <a:pt x="41" y="349"/>
                  </a:cubicBezTo>
                  <a:cubicBezTo>
                    <a:pt x="41" y="513"/>
                    <a:pt x="164" y="606"/>
                    <a:pt x="339" y="606"/>
                  </a:cubicBezTo>
                  <a:lnTo>
                    <a:pt x="3373" y="606"/>
                  </a:lnTo>
                  <a:cubicBezTo>
                    <a:pt x="3537" y="606"/>
                    <a:pt x="3711" y="472"/>
                    <a:pt x="3670" y="257"/>
                  </a:cubicBezTo>
                  <a:cubicBezTo>
                    <a:pt x="3629" y="134"/>
                    <a:pt x="3496" y="1"/>
                    <a:pt x="3373"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7"/>
            <p:cNvSpPr/>
            <p:nvPr/>
          </p:nvSpPr>
          <p:spPr>
            <a:xfrm>
              <a:off x="5537438" y="2076025"/>
              <a:ext cx="92800" cy="14875"/>
            </a:xfrm>
            <a:custGeom>
              <a:avLst/>
              <a:gdLst/>
              <a:ahLst/>
              <a:cxnLst/>
              <a:rect l="l" t="t" r="r" b="b"/>
              <a:pathLst>
                <a:path w="3712" h="595" extrusionOk="0">
                  <a:moveTo>
                    <a:pt x="298" y="0"/>
                  </a:moveTo>
                  <a:cubicBezTo>
                    <a:pt x="123" y="0"/>
                    <a:pt x="0" y="174"/>
                    <a:pt x="41" y="338"/>
                  </a:cubicBezTo>
                  <a:cubicBezTo>
                    <a:pt x="41" y="513"/>
                    <a:pt x="164" y="595"/>
                    <a:pt x="339" y="595"/>
                  </a:cubicBezTo>
                  <a:lnTo>
                    <a:pt x="3373" y="595"/>
                  </a:lnTo>
                  <a:cubicBezTo>
                    <a:pt x="3537" y="595"/>
                    <a:pt x="3711" y="431"/>
                    <a:pt x="3670" y="256"/>
                  </a:cubicBezTo>
                  <a:cubicBezTo>
                    <a:pt x="3629" y="133"/>
                    <a:pt x="3496" y="0"/>
                    <a:pt x="3373"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7"/>
            <p:cNvSpPr/>
            <p:nvPr/>
          </p:nvSpPr>
          <p:spPr>
            <a:xfrm>
              <a:off x="5537438" y="2125225"/>
              <a:ext cx="48975" cy="14900"/>
            </a:xfrm>
            <a:custGeom>
              <a:avLst/>
              <a:gdLst/>
              <a:ahLst/>
              <a:cxnLst/>
              <a:rect l="l" t="t" r="r" b="b"/>
              <a:pathLst>
                <a:path w="1959" h="596" extrusionOk="0">
                  <a:moveTo>
                    <a:pt x="298" y="0"/>
                  </a:moveTo>
                  <a:cubicBezTo>
                    <a:pt x="123" y="0"/>
                    <a:pt x="0" y="123"/>
                    <a:pt x="41" y="339"/>
                  </a:cubicBezTo>
                  <a:cubicBezTo>
                    <a:pt x="41" y="472"/>
                    <a:pt x="164" y="595"/>
                    <a:pt x="339" y="595"/>
                  </a:cubicBezTo>
                  <a:lnTo>
                    <a:pt x="1620" y="595"/>
                  </a:lnTo>
                  <a:cubicBezTo>
                    <a:pt x="1794" y="595"/>
                    <a:pt x="1958" y="421"/>
                    <a:pt x="1917" y="216"/>
                  </a:cubicBezTo>
                  <a:cubicBezTo>
                    <a:pt x="1876" y="82"/>
                    <a:pt x="1743" y="0"/>
                    <a:pt x="1620"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7"/>
            <p:cNvSpPr/>
            <p:nvPr/>
          </p:nvSpPr>
          <p:spPr>
            <a:xfrm>
              <a:off x="5701713" y="2076025"/>
              <a:ext cx="92025" cy="14875"/>
            </a:xfrm>
            <a:custGeom>
              <a:avLst/>
              <a:gdLst/>
              <a:ahLst/>
              <a:cxnLst/>
              <a:rect l="l" t="t" r="r" b="b"/>
              <a:pathLst>
                <a:path w="3681" h="595" extrusionOk="0">
                  <a:moveTo>
                    <a:pt x="298" y="0"/>
                  </a:moveTo>
                  <a:cubicBezTo>
                    <a:pt x="134" y="0"/>
                    <a:pt x="1" y="174"/>
                    <a:pt x="1" y="338"/>
                  </a:cubicBezTo>
                  <a:cubicBezTo>
                    <a:pt x="42" y="513"/>
                    <a:pt x="175" y="595"/>
                    <a:pt x="298" y="595"/>
                  </a:cubicBezTo>
                  <a:lnTo>
                    <a:pt x="3373" y="595"/>
                  </a:lnTo>
                  <a:cubicBezTo>
                    <a:pt x="3548" y="595"/>
                    <a:pt x="3681" y="431"/>
                    <a:pt x="3681" y="256"/>
                  </a:cubicBezTo>
                  <a:cubicBezTo>
                    <a:pt x="3630" y="133"/>
                    <a:pt x="3507" y="0"/>
                    <a:pt x="3373" y="0"/>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7"/>
            <p:cNvSpPr/>
            <p:nvPr/>
          </p:nvSpPr>
          <p:spPr>
            <a:xfrm>
              <a:off x="5745538" y="2125225"/>
              <a:ext cx="48200" cy="14900"/>
            </a:xfrm>
            <a:custGeom>
              <a:avLst/>
              <a:gdLst/>
              <a:ahLst/>
              <a:cxnLst/>
              <a:rect l="l" t="t" r="r" b="b"/>
              <a:pathLst>
                <a:path w="1928" h="596" extrusionOk="0">
                  <a:moveTo>
                    <a:pt x="298" y="0"/>
                  </a:moveTo>
                  <a:cubicBezTo>
                    <a:pt x="134" y="0"/>
                    <a:pt x="1" y="123"/>
                    <a:pt x="1" y="339"/>
                  </a:cubicBezTo>
                  <a:cubicBezTo>
                    <a:pt x="42" y="472"/>
                    <a:pt x="175" y="595"/>
                    <a:pt x="298" y="595"/>
                  </a:cubicBezTo>
                  <a:lnTo>
                    <a:pt x="1620" y="595"/>
                  </a:lnTo>
                  <a:cubicBezTo>
                    <a:pt x="1795" y="595"/>
                    <a:pt x="1928" y="421"/>
                    <a:pt x="1928" y="216"/>
                  </a:cubicBezTo>
                  <a:cubicBezTo>
                    <a:pt x="1877" y="82"/>
                    <a:pt x="1754" y="0"/>
                    <a:pt x="1620"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7"/>
            <p:cNvSpPr/>
            <p:nvPr/>
          </p:nvSpPr>
          <p:spPr>
            <a:xfrm>
              <a:off x="5592788" y="2141125"/>
              <a:ext cx="180450" cy="179425"/>
            </a:xfrm>
            <a:custGeom>
              <a:avLst/>
              <a:gdLst/>
              <a:ahLst/>
              <a:cxnLst/>
              <a:rect l="l" t="t" r="r" b="b"/>
              <a:pathLst>
                <a:path w="7218" h="7177" extrusionOk="0">
                  <a:moveTo>
                    <a:pt x="2912" y="605"/>
                  </a:moveTo>
                  <a:cubicBezTo>
                    <a:pt x="4194" y="605"/>
                    <a:pt x="5260" y="1630"/>
                    <a:pt x="5260" y="2952"/>
                  </a:cubicBezTo>
                  <a:cubicBezTo>
                    <a:pt x="5260" y="4234"/>
                    <a:pt x="4194" y="5259"/>
                    <a:pt x="2912" y="5259"/>
                  </a:cubicBezTo>
                  <a:cubicBezTo>
                    <a:pt x="1631" y="5259"/>
                    <a:pt x="606" y="4234"/>
                    <a:pt x="606" y="2952"/>
                  </a:cubicBezTo>
                  <a:cubicBezTo>
                    <a:pt x="606" y="1630"/>
                    <a:pt x="1631" y="605"/>
                    <a:pt x="2912" y="605"/>
                  </a:cubicBezTo>
                  <a:close/>
                  <a:moveTo>
                    <a:pt x="2912" y="0"/>
                  </a:moveTo>
                  <a:cubicBezTo>
                    <a:pt x="1282" y="0"/>
                    <a:pt x="1" y="1322"/>
                    <a:pt x="1" y="2952"/>
                  </a:cubicBezTo>
                  <a:cubicBezTo>
                    <a:pt x="1" y="4531"/>
                    <a:pt x="1282" y="5854"/>
                    <a:pt x="2912" y="5854"/>
                  </a:cubicBezTo>
                  <a:cubicBezTo>
                    <a:pt x="3589" y="5854"/>
                    <a:pt x="4276" y="5597"/>
                    <a:pt x="4747" y="5167"/>
                  </a:cubicBezTo>
                  <a:lnTo>
                    <a:pt x="6664" y="7094"/>
                  </a:lnTo>
                  <a:cubicBezTo>
                    <a:pt x="6705" y="7176"/>
                    <a:pt x="6797" y="7176"/>
                    <a:pt x="6879" y="7176"/>
                  </a:cubicBezTo>
                  <a:cubicBezTo>
                    <a:pt x="6961" y="7176"/>
                    <a:pt x="7013" y="7176"/>
                    <a:pt x="7095" y="7094"/>
                  </a:cubicBezTo>
                  <a:cubicBezTo>
                    <a:pt x="7218" y="7012"/>
                    <a:pt x="7218" y="6797"/>
                    <a:pt x="7095" y="6663"/>
                  </a:cubicBezTo>
                  <a:lnTo>
                    <a:pt x="5167" y="4787"/>
                  </a:lnTo>
                  <a:cubicBezTo>
                    <a:pt x="5598" y="4275"/>
                    <a:pt x="5813" y="3629"/>
                    <a:pt x="5813" y="2952"/>
                  </a:cubicBezTo>
                  <a:cubicBezTo>
                    <a:pt x="5813" y="1322"/>
                    <a:pt x="4532" y="0"/>
                    <a:pt x="2912" y="0"/>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51"/>
          <p:cNvSpPr txBox="1">
            <a:spLocks noGrp="1"/>
          </p:cNvSpPr>
          <p:nvPr>
            <p:ph type="title"/>
          </p:nvPr>
        </p:nvSpPr>
        <p:spPr>
          <a:xfrm>
            <a:off x="433009" y="27140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Methodology</a:t>
            </a:r>
            <a:endParaRPr dirty="0"/>
          </a:p>
        </p:txBody>
      </p:sp>
      <p:sp>
        <p:nvSpPr>
          <p:cNvPr id="4" name="Google Shape;337;p37">
            <a:extLst>
              <a:ext uri="{FF2B5EF4-FFF2-40B4-BE49-F238E27FC236}">
                <a16:creationId xmlns:a16="http://schemas.microsoft.com/office/drawing/2014/main" id="{B816C793-B8C5-4896-7C1D-750A5E569BF3}"/>
              </a:ext>
            </a:extLst>
          </p:cNvPr>
          <p:cNvSpPr txBox="1">
            <a:spLocks/>
          </p:cNvSpPr>
          <p:nvPr/>
        </p:nvSpPr>
        <p:spPr>
          <a:xfrm>
            <a:off x="433009" y="1397502"/>
            <a:ext cx="6613200" cy="87113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1pPr>
            <a:lvl2pPr marL="9144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2pPr>
            <a:lvl3pPr marL="13716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3pPr>
            <a:lvl4pPr marL="18288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4pPr>
            <a:lvl5pPr marL="22860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5pPr>
            <a:lvl6pPr marL="27432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6pPr>
            <a:lvl7pPr marL="32004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7pPr>
            <a:lvl8pPr marL="36576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8pPr>
            <a:lvl9pPr marL="41148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9pPr>
          </a:lstStyle>
          <a:p>
            <a:r>
              <a:rPr lang="en-US" dirty="0"/>
              <a:t>Collect and prepare historical load, weather, and calendar data for the </a:t>
            </a:r>
            <a:r>
              <a:rPr lang="en-US" dirty="0" err="1"/>
              <a:t>Lekhnath</a:t>
            </a:r>
            <a:r>
              <a:rPr lang="en-US" dirty="0"/>
              <a:t> Feeder. This ensures a complete and consistent dataset for developing accurate forecasting models.</a:t>
            </a:r>
          </a:p>
          <a:p>
            <a:endParaRPr lang="en-US" dirty="0"/>
          </a:p>
        </p:txBody>
      </p:sp>
      <p:sp>
        <p:nvSpPr>
          <p:cNvPr id="5" name="Google Shape;340;p37">
            <a:extLst>
              <a:ext uri="{FF2B5EF4-FFF2-40B4-BE49-F238E27FC236}">
                <a16:creationId xmlns:a16="http://schemas.microsoft.com/office/drawing/2014/main" id="{A4269489-E098-A422-1253-872CB474BF69}"/>
              </a:ext>
            </a:extLst>
          </p:cNvPr>
          <p:cNvSpPr txBox="1">
            <a:spLocks/>
          </p:cNvSpPr>
          <p:nvPr/>
        </p:nvSpPr>
        <p:spPr>
          <a:xfrm>
            <a:off x="433009" y="998207"/>
            <a:ext cx="6613200" cy="53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nSpc>
                <a:spcPct val="115000"/>
              </a:lnSpc>
              <a:buClr>
                <a:schemeClr val="dk1"/>
              </a:buClr>
              <a:buSzPts val="2400"/>
              <a:buFont typeface="Figtree Black"/>
              <a:buNone/>
              <a:defRPr sz="1900">
                <a:solidFill>
                  <a:schemeClr val="dk1"/>
                </a:solidFill>
                <a:latin typeface="Figtree Black"/>
                <a:ea typeface="Figtree Black"/>
                <a:cs typeface="Figtree Black"/>
                <a:sym typeface="Figtree Black"/>
              </a:defRPr>
            </a:lvl1pPr>
            <a:lvl2pPr marL="914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2pPr>
            <a:lvl3pPr marL="1371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3pPr>
            <a:lvl4pPr marL="1828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4pPr>
            <a:lvl5pPr marL="22860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5pPr>
            <a:lvl6pPr marL="27432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6pPr>
            <a:lvl7pPr marL="3200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7pPr>
            <a:lvl8pPr marL="3657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8pPr>
            <a:lvl9pPr marL="4114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9pPr>
          </a:lstStyle>
          <a:p>
            <a:r>
              <a:rPr lang="en-US" dirty="0"/>
              <a:t>Data Collection</a:t>
            </a:r>
          </a:p>
        </p:txBody>
      </p:sp>
      <p:pic>
        <p:nvPicPr>
          <p:cNvPr id="7" name="Picture 6">
            <a:extLst>
              <a:ext uri="{FF2B5EF4-FFF2-40B4-BE49-F238E27FC236}">
                <a16:creationId xmlns:a16="http://schemas.microsoft.com/office/drawing/2014/main" id="{05B184EF-88FC-45F3-501E-EB6663223FA0}"/>
              </a:ext>
            </a:extLst>
          </p:cNvPr>
          <p:cNvPicPr>
            <a:picLocks noChangeAspect="1"/>
          </p:cNvPicPr>
          <p:nvPr/>
        </p:nvPicPr>
        <p:blipFill>
          <a:blip r:embed="rId3"/>
          <a:stretch>
            <a:fillRect/>
          </a:stretch>
        </p:blipFill>
        <p:spPr>
          <a:xfrm>
            <a:off x="0" y="2398304"/>
            <a:ext cx="9144000" cy="27451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51"/>
          <p:cNvSpPr txBox="1">
            <a:spLocks noGrp="1"/>
          </p:cNvSpPr>
          <p:nvPr>
            <p:ph type="title"/>
          </p:nvPr>
        </p:nvSpPr>
        <p:spPr>
          <a:xfrm>
            <a:off x="433009" y="27140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Methodology</a:t>
            </a:r>
            <a:endParaRPr dirty="0"/>
          </a:p>
        </p:txBody>
      </p:sp>
      <p:sp>
        <p:nvSpPr>
          <p:cNvPr id="4" name="Google Shape;337;p37">
            <a:extLst>
              <a:ext uri="{FF2B5EF4-FFF2-40B4-BE49-F238E27FC236}">
                <a16:creationId xmlns:a16="http://schemas.microsoft.com/office/drawing/2014/main" id="{B816C793-B8C5-4896-7C1D-750A5E569BF3}"/>
              </a:ext>
            </a:extLst>
          </p:cNvPr>
          <p:cNvSpPr txBox="1">
            <a:spLocks/>
          </p:cNvSpPr>
          <p:nvPr/>
        </p:nvSpPr>
        <p:spPr>
          <a:xfrm>
            <a:off x="433009" y="1397501"/>
            <a:ext cx="4046394" cy="32670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1pPr>
            <a:lvl2pPr marL="9144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2pPr>
            <a:lvl3pPr marL="13716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3pPr>
            <a:lvl4pPr marL="18288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4pPr>
            <a:lvl5pPr marL="22860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5pPr>
            <a:lvl6pPr marL="27432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6pPr>
            <a:lvl7pPr marL="32004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7pPr>
            <a:lvl8pPr marL="36576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8pPr>
            <a:lvl9pPr marL="41148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9pPr>
          </a:lstStyle>
          <a:p>
            <a:pPr marL="285750" indent="-285750">
              <a:buFont typeface="Arial" panose="020B0604020202020204" pitchFamily="34" charset="0"/>
              <a:buChar char="•"/>
            </a:pPr>
            <a:r>
              <a:rPr lang="en-US" dirty="0"/>
              <a:t>Data Available from 2079-06-01 to 2082-06-30.</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Different Excel Files for Each month with different sheets containing each day wise MW Usage of different location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Extracted the data of </a:t>
            </a:r>
            <a:r>
              <a:rPr lang="en-US" dirty="0" err="1"/>
              <a:t>Lekhnath</a:t>
            </a:r>
            <a:r>
              <a:rPr lang="en-US" dirty="0"/>
              <a:t> feeder from its column.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Combined all the months and year data into one file.</a:t>
            </a:r>
          </a:p>
          <a:p>
            <a:pPr marL="285750" indent="-285750">
              <a:buFont typeface="Arial" panose="020B0604020202020204" pitchFamily="34" charset="0"/>
              <a:buChar char="•"/>
            </a:pPr>
            <a:endParaRPr lang="en-US" dirty="0"/>
          </a:p>
        </p:txBody>
      </p:sp>
      <p:sp>
        <p:nvSpPr>
          <p:cNvPr id="5" name="Google Shape;340;p37">
            <a:extLst>
              <a:ext uri="{FF2B5EF4-FFF2-40B4-BE49-F238E27FC236}">
                <a16:creationId xmlns:a16="http://schemas.microsoft.com/office/drawing/2014/main" id="{A4269489-E098-A422-1253-872CB474BF69}"/>
              </a:ext>
            </a:extLst>
          </p:cNvPr>
          <p:cNvSpPr txBox="1">
            <a:spLocks/>
          </p:cNvSpPr>
          <p:nvPr/>
        </p:nvSpPr>
        <p:spPr>
          <a:xfrm>
            <a:off x="433009" y="998207"/>
            <a:ext cx="6613200" cy="53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nSpc>
                <a:spcPct val="115000"/>
              </a:lnSpc>
              <a:buClr>
                <a:schemeClr val="dk1"/>
              </a:buClr>
              <a:buSzPts val="2400"/>
              <a:buFont typeface="Figtree Black"/>
              <a:buNone/>
              <a:defRPr sz="1900">
                <a:solidFill>
                  <a:schemeClr val="dk1"/>
                </a:solidFill>
                <a:latin typeface="Figtree Black"/>
                <a:ea typeface="Figtree Black"/>
                <a:cs typeface="Figtree Black"/>
                <a:sym typeface="Figtree Black"/>
              </a:defRPr>
            </a:lvl1pPr>
            <a:lvl2pPr marL="914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2pPr>
            <a:lvl3pPr marL="1371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3pPr>
            <a:lvl4pPr marL="1828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4pPr>
            <a:lvl5pPr marL="22860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5pPr>
            <a:lvl6pPr marL="27432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6pPr>
            <a:lvl7pPr marL="3200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7pPr>
            <a:lvl8pPr marL="3657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8pPr>
            <a:lvl9pPr marL="4114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9pPr>
          </a:lstStyle>
          <a:p>
            <a:r>
              <a:rPr lang="en-US" dirty="0"/>
              <a:t>Data Collection</a:t>
            </a:r>
          </a:p>
        </p:txBody>
      </p:sp>
      <p:pic>
        <p:nvPicPr>
          <p:cNvPr id="3" name="Picture 2">
            <a:extLst>
              <a:ext uri="{FF2B5EF4-FFF2-40B4-BE49-F238E27FC236}">
                <a16:creationId xmlns:a16="http://schemas.microsoft.com/office/drawing/2014/main" id="{92551319-B3CB-6C03-070D-BAED9520CBDA}"/>
              </a:ext>
            </a:extLst>
          </p:cNvPr>
          <p:cNvPicPr>
            <a:picLocks noChangeAspect="1"/>
          </p:cNvPicPr>
          <p:nvPr/>
        </p:nvPicPr>
        <p:blipFill>
          <a:blip r:embed="rId3"/>
          <a:stretch>
            <a:fillRect/>
          </a:stretch>
        </p:blipFill>
        <p:spPr>
          <a:xfrm>
            <a:off x="4479403" y="1177682"/>
            <a:ext cx="4336156" cy="3635055"/>
          </a:xfrm>
          <a:prstGeom prst="rect">
            <a:avLst/>
          </a:prstGeom>
        </p:spPr>
      </p:pic>
    </p:spTree>
    <p:extLst>
      <p:ext uri="{BB962C8B-B14F-4D97-AF65-F5344CB8AC3E}">
        <p14:creationId xmlns:p14="http://schemas.microsoft.com/office/powerpoint/2010/main" val="1080536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51"/>
          <p:cNvSpPr txBox="1">
            <a:spLocks noGrp="1"/>
          </p:cNvSpPr>
          <p:nvPr>
            <p:ph type="title"/>
          </p:nvPr>
        </p:nvSpPr>
        <p:spPr>
          <a:xfrm>
            <a:off x="433009" y="27140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Methodology</a:t>
            </a:r>
            <a:endParaRPr dirty="0"/>
          </a:p>
        </p:txBody>
      </p:sp>
      <p:sp>
        <p:nvSpPr>
          <p:cNvPr id="4" name="Google Shape;337;p37">
            <a:extLst>
              <a:ext uri="{FF2B5EF4-FFF2-40B4-BE49-F238E27FC236}">
                <a16:creationId xmlns:a16="http://schemas.microsoft.com/office/drawing/2014/main" id="{B816C793-B8C5-4896-7C1D-750A5E569BF3}"/>
              </a:ext>
            </a:extLst>
          </p:cNvPr>
          <p:cNvSpPr txBox="1">
            <a:spLocks/>
          </p:cNvSpPr>
          <p:nvPr/>
        </p:nvSpPr>
        <p:spPr>
          <a:xfrm>
            <a:off x="433009" y="1397501"/>
            <a:ext cx="4046394" cy="32670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1pPr>
            <a:lvl2pPr marL="9144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2pPr>
            <a:lvl3pPr marL="13716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3pPr>
            <a:lvl4pPr marL="18288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4pPr>
            <a:lvl5pPr marL="22860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5pPr>
            <a:lvl6pPr marL="27432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6pPr>
            <a:lvl7pPr marL="32004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7pPr>
            <a:lvl8pPr marL="36576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8pPr>
            <a:lvl9pPr marL="41148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9pPr>
          </a:lstStyle>
          <a:p>
            <a:pPr marL="285750" indent="-285750">
              <a:buFont typeface="Arial" panose="020B0604020202020204" pitchFamily="34" charset="0"/>
              <a:buChar char="•"/>
            </a:pPr>
            <a:r>
              <a:rPr lang="en-US" dirty="0"/>
              <a:t>Weather Data available for </a:t>
            </a:r>
            <a:r>
              <a:rPr lang="en-US" dirty="0" err="1"/>
              <a:t>Khumaltar</a:t>
            </a:r>
            <a:r>
              <a:rPr lang="en-US" dirty="0"/>
              <a:t> in one hour interval.</a:t>
            </a:r>
          </a:p>
          <a:p>
            <a:endParaRPr lang="en-US" dirty="0"/>
          </a:p>
          <a:p>
            <a:pPr marL="285750" indent="-285750">
              <a:buFont typeface="Arial" panose="020B0604020202020204" pitchFamily="34" charset="0"/>
              <a:buChar char="•"/>
            </a:pPr>
            <a:r>
              <a:rPr lang="en-US" dirty="0"/>
              <a:t>Extracted the data from 2079-06-01 to 2082-06-30</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Prepared final data by related the data, time and hour between the weather data and feeder data.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Dataset Shape: 24528 rows x 5 columns </a:t>
            </a:r>
            <a:br>
              <a:rPr lang="en-US" dirty="0">
                <a:solidFill>
                  <a:srgbClr val="333333"/>
                </a:solidFill>
              </a:rPr>
            </a:br>
            <a:endParaRPr lang="en-US" dirty="0">
              <a:solidFill>
                <a:srgbClr val="333333"/>
              </a:solidFill>
            </a:endParaRPr>
          </a:p>
        </p:txBody>
      </p:sp>
      <p:sp>
        <p:nvSpPr>
          <p:cNvPr id="5" name="Google Shape;340;p37">
            <a:extLst>
              <a:ext uri="{FF2B5EF4-FFF2-40B4-BE49-F238E27FC236}">
                <a16:creationId xmlns:a16="http://schemas.microsoft.com/office/drawing/2014/main" id="{A4269489-E098-A422-1253-872CB474BF69}"/>
              </a:ext>
            </a:extLst>
          </p:cNvPr>
          <p:cNvSpPr txBox="1">
            <a:spLocks/>
          </p:cNvSpPr>
          <p:nvPr/>
        </p:nvSpPr>
        <p:spPr>
          <a:xfrm>
            <a:off x="433009" y="998207"/>
            <a:ext cx="6613200" cy="53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nSpc>
                <a:spcPct val="115000"/>
              </a:lnSpc>
              <a:buClr>
                <a:schemeClr val="dk1"/>
              </a:buClr>
              <a:buSzPts val="2400"/>
              <a:buFont typeface="Figtree Black"/>
              <a:buNone/>
              <a:defRPr sz="1900">
                <a:solidFill>
                  <a:schemeClr val="dk1"/>
                </a:solidFill>
                <a:latin typeface="Figtree Black"/>
                <a:ea typeface="Figtree Black"/>
                <a:cs typeface="Figtree Black"/>
                <a:sym typeface="Figtree Black"/>
              </a:defRPr>
            </a:lvl1pPr>
            <a:lvl2pPr marL="914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2pPr>
            <a:lvl3pPr marL="1371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3pPr>
            <a:lvl4pPr marL="1828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4pPr>
            <a:lvl5pPr marL="22860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5pPr>
            <a:lvl6pPr marL="27432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6pPr>
            <a:lvl7pPr marL="3200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7pPr>
            <a:lvl8pPr marL="3657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8pPr>
            <a:lvl9pPr marL="4114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9pPr>
          </a:lstStyle>
          <a:p>
            <a:r>
              <a:rPr lang="en-US" dirty="0"/>
              <a:t>Data Collection</a:t>
            </a:r>
          </a:p>
        </p:txBody>
      </p:sp>
      <p:pic>
        <p:nvPicPr>
          <p:cNvPr id="6" name="Picture 5">
            <a:extLst>
              <a:ext uri="{FF2B5EF4-FFF2-40B4-BE49-F238E27FC236}">
                <a16:creationId xmlns:a16="http://schemas.microsoft.com/office/drawing/2014/main" id="{CC4D348D-9AB8-C529-CEAF-D16BE0C0D702}"/>
              </a:ext>
            </a:extLst>
          </p:cNvPr>
          <p:cNvPicPr>
            <a:picLocks noChangeAspect="1"/>
          </p:cNvPicPr>
          <p:nvPr/>
        </p:nvPicPr>
        <p:blipFill>
          <a:blip r:embed="rId3"/>
          <a:stretch>
            <a:fillRect/>
          </a:stretch>
        </p:blipFill>
        <p:spPr>
          <a:xfrm>
            <a:off x="4572000" y="855237"/>
            <a:ext cx="3896378" cy="3433025"/>
          </a:xfrm>
          <a:prstGeom prst="rect">
            <a:avLst/>
          </a:prstGeom>
        </p:spPr>
      </p:pic>
    </p:spTree>
    <p:extLst>
      <p:ext uri="{BB962C8B-B14F-4D97-AF65-F5344CB8AC3E}">
        <p14:creationId xmlns:p14="http://schemas.microsoft.com/office/powerpoint/2010/main" val="1217101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51"/>
          <p:cNvSpPr txBox="1">
            <a:spLocks noGrp="1"/>
          </p:cNvSpPr>
          <p:nvPr>
            <p:ph type="title"/>
          </p:nvPr>
        </p:nvSpPr>
        <p:spPr>
          <a:xfrm>
            <a:off x="433009" y="27140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Methodology</a:t>
            </a:r>
            <a:endParaRPr dirty="0"/>
          </a:p>
        </p:txBody>
      </p:sp>
      <p:pic>
        <p:nvPicPr>
          <p:cNvPr id="3" name="Picture 2">
            <a:extLst>
              <a:ext uri="{FF2B5EF4-FFF2-40B4-BE49-F238E27FC236}">
                <a16:creationId xmlns:a16="http://schemas.microsoft.com/office/drawing/2014/main" id="{2DB87837-FDA8-8BF2-34FA-56FA00C04EFB}"/>
              </a:ext>
            </a:extLst>
          </p:cNvPr>
          <p:cNvPicPr>
            <a:picLocks noChangeAspect="1"/>
          </p:cNvPicPr>
          <p:nvPr/>
        </p:nvPicPr>
        <p:blipFill>
          <a:blip r:embed="rId3"/>
          <a:stretch>
            <a:fillRect/>
          </a:stretch>
        </p:blipFill>
        <p:spPr>
          <a:xfrm>
            <a:off x="515576" y="1246472"/>
            <a:ext cx="5659974" cy="3582614"/>
          </a:xfrm>
          <a:prstGeom prst="rect">
            <a:avLst/>
          </a:prstGeom>
        </p:spPr>
      </p:pic>
      <p:sp>
        <p:nvSpPr>
          <p:cNvPr id="7" name="Google Shape;340;p37">
            <a:extLst>
              <a:ext uri="{FF2B5EF4-FFF2-40B4-BE49-F238E27FC236}">
                <a16:creationId xmlns:a16="http://schemas.microsoft.com/office/drawing/2014/main" id="{7CDB7DDA-555E-7C4D-A25F-5A64A00D4843}"/>
              </a:ext>
            </a:extLst>
          </p:cNvPr>
          <p:cNvSpPr txBox="1">
            <a:spLocks/>
          </p:cNvSpPr>
          <p:nvPr/>
        </p:nvSpPr>
        <p:spPr>
          <a:xfrm>
            <a:off x="433009" y="716072"/>
            <a:ext cx="6613200" cy="53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nSpc>
                <a:spcPct val="115000"/>
              </a:lnSpc>
              <a:buClr>
                <a:schemeClr val="dk1"/>
              </a:buClr>
              <a:buSzPts val="2400"/>
              <a:buFont typeface="Figtree Black"/>
              <a:buNone/>
              <a:defRPr sz="1900">
                <a:solidFill>
                  <a:schemeClr val="dk1"/>
                </a:solidFill>
                <a:latin typeface="Figtree Black"/>
                <a:ea typeface="Figtree Black"/>
                <a:cs typeface="Figtree Black"/>
                <a:sym typeface="Figtree Black"/>
              </a:defRPr>
            </a:lvl1pPr>
            <a:lvl2pPr marL="914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2pPr>
            <a:lvl3pPr marL="1371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3pPr>
            <a:lvl4pPr marL="1828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4pPr>
            <a:lvl5pPr marL="22860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5pPr>
            <a:lvl6pPr marL="27432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6pPr>
            <a:lvl7pPr marL="3200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7pPr>
            <a:lvl8pPr marL="3657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8pPr>
            <a:lvl9pPr marL="4114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9pPr>
          </a:lstStyle>
          <a:p>
            <a:r>
              <a:rPr lang="en-US" sz="1400" dirty="0"/>
              <a:t>Final Dataset</a:t>
            </a:r>
          </a:p>
        </p:txBody>
      </p:sp>
    </p:spTree>
    <p:extLst>
      <p:ext uri="{BB962C8B-B14F-4D97-AF65-F5344CB8AC3E}">
        <p14:creationId xmlns:p14="http://schemas.microsoft.com/office/powerpoint/2010/main" val="3750432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51"/>
          <p:cNvSpPr txBox="1">
            <a:spLocks noGrp="1"/>
          </p:cNvSpPr>
          <p:nvPr>
            <p:ph type="title"/>
          </p:nvPr>
        </p:nvSpPr>
        <p:spPr>
          <a:xfrm>
            <a:off x="433009" y="27140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Methodology</a:t>
            </a:r>
            <a:endParaRPr dirty="0"/>
          </a:p>
        </p:txBody>
      </p:sp>
      <p:sp>
        <p:nvSpPr>
          <p:cNvPr id="4" name="Google Shape;337;p37">
            <a:extLst>
              <a:ext uri="{FF2B5EF4-FFF2-40B4-BE49-F238E27FC236}">
                <a16:creationId xmlns:a16="http://schemas.microsoft.com/office/drawing/2014/main" id="{B816C793-B8C5-4896-7C1D-750A5E569BF3}"/>
              </a:ext>
            </a:extLst>
          </p:cNvPr>
          <p:cNvSpPr txBox="1">
            <a:spLocks/>
          </p:cNvSpPr>
          <p:nvPr/>
        </p:nvSpPr>
        <p:spPr>
          <a:xfrm>
            <a:off x="433009" y="1397501"/>
            <a:ext cx="4046394" cy="32670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1pPr>
            <a:lvl2pPr marL="9144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2pPr>
            <a:lvl3pPr marL="13716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3pPr>
            <a:lvl4pPr marL="18288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4pPr>
            <a:lvl5pPr marL="22860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5pPr>
            <a:lvl6pPr marL="27432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6pPr>
            <a:lvl7pPr marL="32004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7pPr>
            <a:lvl8pPr marL="36576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8pPr>
            <a:lvl9pPr marL="41148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9pPr>
          </a:lstStyle>
          <a:p>
            <a:pPr marL="285750" indent="-285750">
              <a:buFont typeface="Arial" panose="020B0604020202020204" pitchFamily="34" charset="0"/>
              <a:buChar char="•"/>
            </a:pPr>
            <a:r>
              <a:rPr lang="en-US" dirty="0"/>
              <a:t>Two problems in Dataset</a:t>
            </a:r>
          </a:p>
          <a:p>
            <a:pPr marL="1257300" lvl="1" indent="-342900">
              <a:buFont typeface="+mj-lt"/>
              <a:buAutoNum type="arabicPeriod"/>
            </a:pPr>
            <a:r>
              <a:rPr lang="en-US" dirty="0"/>
              <a:t>120 Null Values in MW Column</a:t>
            </a:r>
          </a:p>
          <a:p>
            <a:pPr marL="1257300" lvl="1" indent="-342900">
              <a:buFont typeface="+mj-lt"/>
              <a:buAutoNum type="arabicPeriod"/>
            </a:pPr>
            <a:r>
              <a:rPr lang="en-US" dirty="0"/>
              <a:t>Date not formatted in 24 </a:t>
            </a:r>
            <a:r>
              <a:rPr lang="en-US" dirty="0" err="1"/>
              <a:t>hrs</a:t>
            </a:r>
            <a:r>
              <a:rPr lang="en-US" dirty="0"/>
              <a:t> format.</a:t>
            </a:r>
          </a:p>
          <a:p>
            <a:pPr marL="342900" indent="-342900">
              <a:buFont typeface="Arial" panose="020B0604020202020204" pitchFamily="34" charset="0"/>
              <a:buChar char="•"/>
            </a:pPr>
            <a:r>
              <a:rPr lang="en-US" dirty="0"/>
              <a:t>Solution</a:t>
            </a:r>
          </a:p>
          <a:p>
            <a:pPr marL="1257300" lvl="1" indent="-342900">
              <a:buFont typeface="+mj-lt"/>
              <a:buAutoNum type="arabicPeriod"/>
            </a:pPr>
            <a:r>
              <a:rPr lang="en-US" dirty="0"/>
              <a:t>Forward Backward Fill</a:t>
            </a:r>
          </a:p>
          <a:p>
            <a:pPr marL="1257300" lvl="1" indent="-342900">
              <a:buFont typeface="+mj-lt"/>
              <a:buAutoNum type="arabicPeriod"/>
            </a:pPr>
            <a:r>
              <a:rPr lang="en-US" dirty="0"/>
              <a:t>Converted 24:00 to 00:00</a:t>
            </a:r>
          </a:p>
        </p:txBody>
      </p:sp>
      <p:sp>
        <p:nvSpPr>
          <p:cNvPr id="5" name="Google Shape;340;p37">
            <a:extLst>
              <a:ext uri="{FF2B5EF4-FFF2-40B4-BE49-F238E27FC236}">
                <a16:creationId xmlns:a16="http://schemas.microsoft.com/office/drawing/2014/main" id="{A4269489-E098-A422-1253-872CB474BF69}"/>
              </a:ext>
            </a:extLst>
          </p:cNvPr>
          <p:cNvSpPr txBox="1">
            <a:spLocks/>
          </p:cNvSpPr>
          <p:nvPr/>
        </p:nvSpPr>
        <p:spPr>
          <a:xfrm>
            <a:off x="433009" y="867101"/>
            <a:ext cx="6613200" cy="53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nSpc>
                <a:spcPct val="115000"/>
              </a:lnSpc>
              <a:buClr>
                <a:schemeClr val="dk1"/>
              </a:buClr>
              <a:buSzPts val="2400"/>
              <a:buFont typeface="Figtree Black"/>
              <a:buNone/>
              <a:defRPr sz="1900">
                <a:solidFill>
                  <a:schemeClr val="dk1"/>
                </a:solidFill>
                <a:latin typeface="Figtree Black"/>
                <a:ea typeface="Figtree Black"/>
                <a:cs typeface="Figtree Black"/>
                <a:sym typeface="Figtree Black"/>
              </a:defRPr>
            </a:lvl1pPr>
            <a:lvl2pPr marL="914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2pPr>
            <a:lvl3pPr marL="1371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3pPr>
            <a:lvl4pPr marL="1828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4pPr>
            <a:lvl5pPr marL="22860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5pPr>
            <a:lvl6pPr marL="27432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6pPr>
            <a:lvl7pPr marL="3200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7pPr>
            <a:lvl8pPr marL="3657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8pPr>
            <a:lvl9pPr marL="4114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9pPr>
          </a:lstStyle>
          <a:p>
            <a:r>
              <a:rPr lang="en-US" dirty="0"/>
              <a:t>Data Preprocessing</a:t>
            </a:r>
          </a:p>
        </p:txBody>
      </p:sp>
      <p:pic>
        <p:nvPicPr>
          <p:cNvPr id="3" name="Picture 2">
            <a:extLst>
              <a:ext uri="{FF2B5EF4-FFF2-40B4-BE49-F238E27FC236}">
                <a16:creationId xmlns:a16="http://schemas.microsoft.com/office/drawing/2014/main" id="{1EC17B2B-9C03-BC01-CB9F-2E49966DE69A}"/>
              </a:ext>
            </a:extLst>
          </p:cNvPr>
          <p:cNvPicPr>
            <a:picLocks noChangeAspect="1"/>
          </p:cNvPicPr>
          <p:nvPr/>
        </p:nvPicPr>
        <p:blipFill>
          <a:blip r:embed="rId3"/>
          <a:stretch>
            <a:fillRect/>
          </a:stretch>
        </p:blipFill>
        <p:spPr>
          <a:xfrm>
            <a:off x="547396" y="3288705"/>
            <a:ext cx="3817620" cy="1505431"/>
          </a:xfrm>
          <a:prstGeom prst="rect">
            <a:avLst/>
          </a:prstGeom>
        </p:spPr>
      </p:pic>
      <p:pic>
        <p:nvPicPr>
          <p:cNvPr id="8" name="Picture 7">
            <a:extLst>
              <a:ext uri="{FF2B5EF4-FFF2-40B4-BE49-F238E27FC236}">
                <a16:creationId xmlns:a16="http://schemas.microsoft.com/office/drawing/2014/main" id="{F944F0D4-B43B-A20D-8B6E-0257DAB574C8}"/>
              </a:ext>
            </a:extLst>
          </p:cNvPr>
          <p:cNvPicPr>
            <a:picLocks noChangeAspect="1"/>
          </p:cNvPicPr>
          <p:nvPr/>
        </p:nvPicPr>
        <p:blipFill>
          <a:blip r:embed="rId4"/>
          <a:stretch>
            <a:fillRect/>
          </a:stretch>
        </p:blipFill>
        <p:spPr>
          <a:xfrm>
            <a:off x="4664599" y="694525"/>
            <a:ext cx="4019225" cy="2819597"/>
          </a:xfrm>
          <a:prstGeom prst="rect">
            <a:avLst/>
          </a:prstGeom>
        </p:spPr>
      </p:pic>
    </p:spTree>
    <p:extLst>
      <p:ext uri="{BB962C8B-B14F-4D97-AF65-F5344CB8AC3E}">
        <p14:creationId xmlns:p14="http://schemas.microsoft.com/office/powerpoint/2010/main" val="2813742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51"/>
          <p:cNvSpPr txBox="1">
            <a:spLocks noGrp="1"/>
          </p:cNvSpPr>
          <p:nvPr>
            <p:ph type="title"/>
          </p:nvPr>
        </p:nvSpPr>
        <p:spPr>
          <a:xfrm>
            <a:off x="433009" y="27140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Methodology</a:t>
            </a:r>
            <a:endParaRPr dirty="0"/>
          </a:p>
        </p:txBody>
      </p:sp>
      <p:sp>
        <p:nvSpPr>
          <p:cNvPr id="5" name="Google Shape;340;p37">
            <a:extLst>
              <a:ext uri="{FF2B5EF4-FFF2-40B4-BE49-F238E27FC236}">
                <a16:creationId xmlns:a16="http://schemas.microsoft.com/office/drawing/2014/main" id="{A4269489-E098-A422-1253-872CB474BF69}"/>
              </a:ext>
            </a:extLst>
          </p:cNvPr>
          <p:cNvSpPr txBox="1">
            <a:spLocks/>
          </p:cNvSpPr>
          <p:nvPr/>
        </p:nvSpPr>
        <p:spPr>
          <a:xfrm>
            <a:off x="433009" y="844105"/>
            <a:ext cx="6613200" cy="53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nSpc>
                <a:spcPct val="115000"/>
              </a:lnSpc>
              <a:buClr>
                <a:schemeClr val="dk1"/>
              </a:buClr>
              <a:buSzPts val="2400"/>
              <a:buFont typeface="Figtree Black"/>
              <a:buNone/>
              <a:defRPr sz="1900">
                <a:solidFill>
                  <a:schemeClr val="dk1"/>
                </a:solidFill>
                <a:latin typeface="Figtree Black"/>
                <a:ea typeface="Figtree Black"/>
                <a:cs typeface="Figtree Black"/>
                <a:sym typeface="Figtree Black"/>
              </a:defRPr>
            </a:lvl1pPr>
            <a:lvl2pPr marL="914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2pPr>
            <a:lvl3pPr marL="1371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3pPr>
            <a:lvl4pPr marL="1828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4pPr>
            <a:lvl5pPr marL="22860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5pPr>
            <a:lvl6pPr marL="27432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6pPr>
            <a:lvl7pPr marL="3200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7pPr>
            <a:lvl8pPr marL="3657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8pPr>
            <a:lvl9pPr marL="4114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9pPr>
          </a:lstStyle>
          <a:p>
            <a:r>
              <a:rPr lang="en-US" dirty="0"/>
              <a:t>Data Analysis</a:t>
            </a:r>
          </a:p>
        </p:txBody>
      </p:sp>
      <p:pic>
        <p:nvPicPr>
          <p:cNvPr id="6" name="Picture 5">
            <a:extLst>
              <a:ext uri="{FF2B5EF4-FFF2-40B4-BE49-F238E27FC236}">
                <a16:creationId xmlns:a16="http://schemas.microsoft.com/office/drawing/2014/main" id="{91BE9012-3484-A11A-4472-6ED1A75C2463}"/>
              </a:ext>
            </a:extLst>
          </p:cNvPr>
          <p:cNvPicPr>
            <a:picLocks noChangeAspect="1"/>
          </p:cNvPicPr>
          <p:nvPr/>
        </p:nvPicPr>
        <p:blipFill>
          <a:blip r:embed="rId3"/>
          <a:stretch>
            <a:fillRect/>
          </a:stretch>
        </p:blipFill>
        <p:spPr>
          <a:xfrm>
            <a:off x="433009" y="1682709"/>
            <a:ext cx="8176260" cy="2884354"/>
          </a:xfrm>
          <a:prstGeom prst="rect">
            <a:avLst/>
          </a:prstGeom>
        </p:spPr>
      </p:pic>
    </p:spTree>
    <p:extLst>
      <p:ext uri="{BB962C8B-B14F-4D97-AF65-F5344CB8AC3E}">
        <p14:creationId xmlns:p14="http://schemas.microsoft.com/office/powerpoint/2010/main" val="2698224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51"/>
          <p:cNvSpPr txBox="1">
            <a:spLocks noGrp="1"/>
          </p:cNvSpPr>
          <p:nvPr>
            <p:ph type="title"/>
          </p:nvPr>
        </p:nvSpPr>
        <p:spPr>
          <a:xfrm>
            <a:off x="433009" y="27140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Methodology</a:t>
            </a:r>
            <a:endParaRPr dirty="0"/>
          </a:p>
        </p:txBody>
      </p:sp>
      <p:sp>
        <p:nvSpPr>
          <p:cNvPr id="5" name="Google Shape;340;p37">
            <a:extLst>
              <a:ext uri="{FF2B5EF4-FFF2-40B4-BE49-F238E27FC236}">
                <a16:creationId xmlns:a16="http://schemas.microsoft.com/office/drawing/2014/main" id="{A4269489-E098-A422-1253-872CB474BF69}"/>
              </a:ext>
            </a:extLst>
          </p:cNvPr>
          <p:cNvSpPr txBox="1">
            <a:spLocks/>
          </p:cNvSpPr>
          <p:nvPr/>
        </p:nvSpPr>
        <p:spPr>
          <a:xfrm>
            <a:off x="433009" y="998207"/>
            <a:ext cx="6613200" cy="53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nSpc>
                <a:spcPct val="115000"/>
              </a:lnSpc>
              <a:buClr>
                <a:schemeClr val="dk1"/>
              </a:buClr>
              <a:buSzPts val="2400"/>
              <a:buFont typeface="Figtree Black"/>
              <a:buNone/>
              <a:defRPr sz="1900">
                <a:solidFill>
                  <a:schemeClr val="dk1"/>
                </a:solidFill>
                <a:latin typeface="Figtree Black"/>
                <a:ea typeface="Figtree Black"/>
                <a:cs typeface="Figtree Black"/>
                <a:sym typeface="Figtree Black"/>
              </a:defRPr>
            </a:lvl1pPr>
            <a:lvl2pPr marL="914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2pPr>
            <a:lvl3pPr marL="1371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3pPr>
            <a:lvl4pPr marL="1828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4pPr>
            <a:lvl5pPr marL="22860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5pPr>
            <a:lvl6pPr marL="27432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6pPr>
            <a:lvl7pPr marL="3200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7pPr>
            <a:lvl8pPr marL="3657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8pPr>
            <a:lvl9pPr marL="4114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9pPr>
          </a:lstStyle>
          <a:p>
            <a:r>
              <a:rPr lang="en-US" dirty="0"/>
              <a:t>Data Analysis</a:t>
            </a:r>
          </a:p>
        </p:txBody>
      </p:sp>
      <p:pic>
        <p:nvPicPr>
          <p:cNvPr id="3" name="Picture 2">
            <a:extLst>
              <a:ext uri="{FF2B5EF4-FFF2-40B4-BE49-F238E27FC236}">
                <a16:creationId xmlns:a16="http://schemas.microsoft.com/office/drawing/2014/main" id="{654C0B01-5F17-C1E9-C935-1692FB8AA9B1}"/>
              </a:ext>
            </a:extLst>
          </p:cNvPr>
          <p:cNvPicPr>
            <a:picLocks noChangeAspect="1"/>
          </p:cNvPicPr>
          <p:nvPr/>
        </p:nvPicPr>
        <p:blipFill>
          <a:blip r:embed="rId3"/>
          <a:stretch>
            <a:fillRect/>
          </a:stretch>
        </p:blipFill>
        <p:spPr>
          <a:xfrm>
            <a:off x="433009" y="1805595"/>
            <a:ext cx="8092440" cy="2759580"/>
          </a:xfrm>
          <a:prstGeom prst="rect">
            <a:avLst/>
          </a:prstGeom>
        </p:spPr>
      </p:pic>
    </p:spTree>
    <p:extLst>
      <p:ext uri="{BB962C8B-B14F-4D97-AF65-F5344CB8AC3E}">
        <p14:creationId xmlns:p14="http://schemas.microsoft.com/office/powerpoint/2010/main" val="1112050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51"/>
          <p:cNvSpPr txBox="1">
            <a:spLocks noGrp="1"/>
          </p:cNvSpPr>
          <p:nvPr>
            <p:ph type="title"/>
          </p:nvPr>
        </p:nvSpPr>
        <p:spPr>
          <a:xfrm>
            <a:off x="433009" y="27140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Methodology</a:t>
            </a:r>
            <a:endParaRPr dirty="0"/>
          </a:p>
        </p:txBody>
      </p:sp>
      <p:sp>
        <p:nvSpPr>
          <p:cNvPr id="5" name="Google Shape;340;p37">
            <a:extLst>
              <a:ext uri="{FF2B5EF4-FFF2-40B4-BE49-F238E27FC236}">
                <a16:creationId xmlns:a16="http://schemas.microsoft.com/office/drawing/2014/main" id="{A4269489-E098-A422-1253-872CB474BF69}"/>
              </a:ext>
            </a:extLst>
          </p:cNvPr>
          <p:cNvSpPr txBox="1">
            <a:spLocks/>
          </p:cNvSpPr>
          <p:nvPr/>
        </p:nvSpPr>
        <p:spPr>
          <a:xfrm>
            <a:off x="433009" y="998207"/>
            <a:ext cx="6613200" cy="53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nSpc>
                <a:spcPct val="115000"/>
              </a:lnSpc>
              <a:buClr>
                <a:schemeClr val="dk1"/>
              </a:buClr>
              <a:buSzPts val="2400"/>
              <a:buFont typeface="Figtree Black"/>
              <a:buNone/>
              <a:defRPr sz="1900">
                <a:solidFill>
                  <a:schemeClr val="dk1"/>
                </a:solidFill>
                <a:latin typeface="Figtree Black"/>
                <a:ea typeface="Figtree Black"/>
                <a:cs typeface="Figtree Black"/>
                <a:sym typeface="Figtree Black"/>
              </a:defRPr>
            </a:lvl1pPr>
            <a:lvl2pPr marL="914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2pPr>
            <a:lvl3pPr marL="1371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3pPr>
            <a:lvl4pPr marL="1828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4pPr>
            <a:lvl5pPr marL="22860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5pPr>
            <a:lvl6pPr marL="27432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6pPr>
            <a:lvl7pPr marL="3200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7pPr>
            <a:lvl8pPr marL="3657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8pPr>
            <a:lvl9pPr marL="4114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9pPr>
          </a:lstStyle>
          <a:p>
            <a:r>
              <a:rPr lang="en-US" dirty="0"/>
              <a:t>Data Analysis</a:t>
            </a:r>
          </a:p>
        </p:txBody>
      </p:sp>
      <p:pic>
        <p:nvPicPr>
          <p:cNvPr id="4" name="Picture 3">
            <a:extLst>
              <a:ext uri="{FF2B5EF4-FFF2-40B4-BE49-F238E27FC236}">
                <a16:creationId xmlns:a16="http://schemas.microsoft.com/office/drawing/2014/main" id="{330B5680-384E-A721-E238-9EAF4921A0A8}"/>
              </a:ext>
            </a:extLst>
          </p:cNvPr>
          <p:cNvPicPr>
            <a:picLocks noChangeAspect="1"/>
          </p:cNvPicPr>
          <p:nvPr/>
        </p:nvPicPr>
        <p:blipFill>
          <a:blip r:embed="rId3"/>
          <a:stretch>
            <a:fillRect/>
          </a:stretch>
        </p:blipFill>
        <p:spPr>
          <a:xfrm>
            <a:off x="3032760" y="443522"/>
            <a:ext cx="5318760" cy="4428573"/>
          </a:xfrm>
          <a:prstGeom prst="rect">
            <a:avLst/>
          </a:prstGeom>
        </p:spPr>
      </p:pic>
    </p:spTree>
    <p:extLst>
      <p:ext uri="{BB962C8B-B14F-4D97-AF65-F5344CB8AC3E}">
        <p14:creationId xmlns:p14="http://schemas.microsoft.com/office/powerpoint/2010/main" val="2094903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51"/>
          <p:cNvSpPr txBox="1">
            <a:spLocks noGrp="1"/>
          </p:cNvSpPr>
          <p:nvPr>
            <p:ph type="title"/>
          </p:nvPr>
        </p:nvSpPr>
        <p:spPr>
          <a:xfrm>
            <a:off x="433009" y="27140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Methodology</a:t>
            </a:r>
            <a:endParaRPr dirty="0"/>
          </a:p>
        </p:txBody>
      </p:sp>
      <p:sp>
        <p:nvSpPr>
          <p:cNvPr id="4" name="Google Shape;337;p37">
            <a:extLst>
              <a:ext uri="{FF2B5EF4-FFF2-40B4-BE49-F238E27FC236}">
                <a16:creationId xmlns:a16="http://schemas.microsoft.com/office/drawing/2014/main" id="{B816C793-B8C5-4896-7C1D-750A5E569BF3}"/>
              </a:ext>
            </a:extLst>
          </p:cNvPr>
          <p:cNvSpPr txBox="1">
            <a:spLocks/>
          </p:cNvSpPr>
          <p:nvPr/>
        </p:nvSpPr>
        <p:spPr>
          <a:xfrm>
            <a:off x="433009" y="1632200"/>
            <a:ext cx="4046394" cy="18790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1pPr>
            <a:lvl2pPr marL="9144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2pPr>
            <a:lvl3pPr marL="13716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3pPr>
            <a:lvl4pPr marL="18288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4pPr>
            <a:lvl5pPr marL="22860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5pPr>
            <a:lvl6pPr marL="27432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6pPr>
            <a:lvl7pPr marL="32004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7pPr>
            <a:lvl8pPr marL="36576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8pPr>
            <a:lvl9pPr marL="41148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9pPr>
          </a:lstStyle>
          <a:p>
            <a:r>
              <a:rPr lang="en-US" dirty="0"/>
              <a:t>Trained Machine Learning Models</a:t>
            </a:r>
          </a:p>
          <a:p>
            <a:pPr marL="285750" indent="-285750">
              <a:buFont typeface="Arial" panose="020B0604020202020204" pitchFamily="34" charset="0"/>
              <a:buChar char="•"/>
            </a:pPr>
            <a:r>
              <a:rPr lang="en-US" b="1" dirty="0"/>
              <a:t>Linear Regression</a:t>
            </a:r>
          </a:p>
          <a:p>
            <a:pPr marL="285750" indent="-285750">
              <a:buFont typeface="Arial" panose="020B0604020202020204" pitchFamily="34" charset="0"/>
              <a:buChar char="•"/>
            </a:pPr>
            <a:r>
              <a:rPr lang="en-US" b="1" dirty="0"/>
              <a:t>Ridge Regression</a:t>
            </a:r>
          </a:p>
          <a:p>
            <a:pPr marL="285750" indent="-285750">
              <a:buFont typeface="Arial" panose="020B0604020202020204" pitchFamily="34" charset="0"/>
              <a:buChar char="•"/>
            </a:pPr>
            <a:r>
              <a:rPr lang="en-US" b="1" dirty="0"/>
              <a:t>Random Forest</a:t>
            </a:r>
          </a:p>
          <a:p>
            <a:pPr marL="285750" indent="-285750">
              <a:buFont typeface="Arial" panose="020B0604020202020204" pitchFamily="34" charset="0"/>
              <a:buChar char="•"/>
            </a:pPr>
            <a:r>
              <a:rPr lang="en-US" b="1" dirty="0"/>
              <a:t>Gradient Boosting</a:t>
            </a:r>
          </a:p>
          <a:p>
            <a:pPr marL="285750" indent="-285750">
              <a:buFont typeface="Arial" panose="020B0604020202020204" pitchFamily="34" charset="0"/>
              <a:buChar char="•"/>
            </a:pPr>
            <a:r>
              <a:rPr lang="en-US" b="1" dirty="0"/>
              <a:t>XG Boost</a:t>
            </a:r>
          </a:p>
          <a:p>
            <a:pPr marL="285750" indent="-285750">
              <a:buFont typeface="Arial" panose="020B0604020202020204" pitchFamily="34" charset="0"/>
              <a:buChar char="•"/>
            </a:pPr>
            <a:r>
              <a:rPr lang="en-US" b="1" dirty="0"/>
              <a:t>SVR</a:t>
            </a:r>
          </a:p>
          <a:p>
            <a:endParaRPr lang="en-US" dirty="0"/>
          </a:p>
          <a:p>
            <a:endParaRPr lang="en-US" dirty="0"/>
          </a:p>
          <a:p>
            <a:endParaRPr lang="en-US" dirty="0"/>
          </a:p>
        </p:txBody>
      </p:sp>
      <p:sp>
        <p:nvSpPr>
          <p:cNvPr id="5" name="Google Shape;340;p37">
            <a:extLst>
              <a:ext uri="{FF2B5EF4-FFF2-40B4-BE49-F238E27FC236}">
                <a16:creationId xmlns:a16="http://schemas.microsoft.com/office/drawing/2014/main" id="{A4269489-E098-A422-1253-872CB474BF69}"/>
              </a:ext>
            </a:extLst>
          </p:cNvPr>
          <p:cNvSpPr txBox="1">
            <a:spLocks/>
          </p:cNvSpPr>
          <p:nvPr/>
        </p:nvSpPr>
        <p:spPr>
          <a:xfrm>
            <a:off x="433009" y="792467"/>
            <a:ext cx="6613200" cy="53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nSpc>
                <a:spcPct val="115000"/>
              </a:lnSpc>
              <a:buClr>
                <a:schemeClr val="dk1"/>
              </a:buClr>
              <a:buSzPts val="2400"/>
              <a:buFont typeface="Figtree Black"/>
              <a:buNone/>
              <a:defRPr sz="1900">
                <a:solidFill>
                  <a:schemeClr val="dk1"/>
                </a:solidFill>
                <a:latin typeface="Figtree Black"/>
                <a:ea typeface="Figtree Black"/>
                <a:cs typeface="Figtree Black"/>
                <a:sym typeface="Figtree Black"/>
              </a:defRPr>
            </a:lvl1pPr>
            <a:lvl2pPr marL="914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2pPr>
            <a:lvl3pPr marL="1371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3pPr>
            <a:lvl4pPr marL="1828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4pPr>
            <a:lvl5pPr marL="22860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5pPr>
            <a:lvl6pPr marL="27432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6pPr>
            <a:lvl7pPr marL="3200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7pPr>
            <a:lvl8pPr marL="3657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8pPr>
            <a:lvl9pPr marL="4114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9pPr>
          </a:lstStyle>
          <a:p>
            <a:r>
              <a:rPr lang="en-US" dirty="0"/>
              <a:t>Model Training</a:t>
            </a:r>
          </a:p>
        </p:txBody>
      </p:sp>
      <p:pic>
        <p:nvPicPr>
          <p:cNvPr id="3" name="Picture 2">
            <a:extLst>
              <a:ext uri="{FF2B5EF4-FFF2-40B4-BE49-F238E27FC236}">
                <a16:creationId xmlns:a16="http://schemas.microsoft.com/office/drawing/2014/main" id="{9E02D12E-2CE9-ABA2-5AF8-57EF5FBF3B53}"/>
              </a:ext>
            </a:extLst>
          </p:cNvPr>
          <p:cNvPicPr>
            <a:picLocks noChangeAspect="1"/>
          </p:cNvPicPr>
          <p:nvPr/>
        </p:nvPicPr>
        <p:blipFill>
          <a:blip r:embed="rId3"/>
          <a:stretch>
            <a:fillRect/>
          </a:stretch>
        </p:blipFill>
        <p:spPr>
          <a:xfrm>
            <a:off x="4107180" y="2071570"/>
            <a:ext cx="3836870" cy="2498722"/>
          </a:xfrm>
          <a:prstGeom prst="rect">
            <a:avLst/>
          </a:prstGeom>
        </p:spPr>
      </p:pic>
      <p:sp>
        <p:nvSpPr>
          <p:cNvPr id="7" name="Google Shape;337;p37">
            <a:extLst>
              <a:ext uri="{FF2B5EF4-FFF2-40B4-BE49-F238E27FC236}">
                <a16:creationId xmlns:a16="http://schemas.microsoft.com/office/drawing/2014/main" id="{F13146E0-5F9F-05E9-BFCB-7ABD3696E53A}"/>
              </a:ext>
            </a:extLst>
          </p:cNvPr>
          <p:cNvSpPr txBox="1">
            <a:spLocks/>
          </p:cNvSpPr>
          <p:nvPr/>
        </p:nvSpPr>
        <p:spPr>
          <a:xfrm>
            <a:off x="4002418" y="1600428"/>
            <a:ext cx="4046394" cy="43398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1pPr>
            <a:lvl2pPr marL="9144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2pPr>
            <a:lvl3pPr marL="13716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3pPr>
            <a:lvl4pPr marL="18288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4pPr>
            <a:lvl5pPr marL="22860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5pPr>
            <a:lvl6pPr marL="27432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6pPr>
            <a:lvl7pPr marL="32004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7pPr>
            <a:lvl8pPr marL="36576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8pPr>
            <a:lvl9pPr marL="4114800" indent="-317500">
              <a:lnSpc>
                <a:spcPct val="115000"/>
              </a:lnSpc>
              <a:buClr>
                <a:schemeClr val="dk1"/>
              </a:buClr>
              <a:buSzPts val="1400"/>
              <a:buFont typeface="Hanken Grotesk"/>
              <a:buNone/>
              <a:defRPr>
                <a:solidFill>
                  <a:schemeClr val="dk1"/>
                </a:solidFill>
                <a:latin typeface="Hanken Grotesk"/>
                <a:ea typeface="Hanken Grotesk"/>
                <a:cs typeface="Hanken Grotesk"/>
                <a:sym typeface="Hanken Grotesk"/>
              </a:defRPr>
            </a:lvl9pPr>
          </a:lstStyle>
          <a:p>
            <a:r>
              <a:rPr lang="en-US" dirty="0"/>
              <a:t>Evaluation Metrices</a:t>
            </a:r>
          </a:p>
        </p:txBody>
      </p:sp>
    </p:spTree>
    <p:extLst>
      <p:ext uri="{BB962C8B-B14F-4D97-AF65-F5344CB8AC3E}">
        <p14:creationId xmlns:p14="http://schemas.microsoft.com/office/powerpoint/2010/main" val="4008378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5" name="Google Shape;340;p37">
            <a:extLst>
              <a:ext uri="{FF2B5EF4-FFF2-40B4-BE49-F238E27FC236}">
                <a16:creationId xmlns:a16="http://schemas.microsoft.com/office/drawing/2014/main" id="{A4269489-E098-A422-1253-872CB474BF69}"/>
              </a:ext>
            </a:extLst>
          </p:cNvPr>
          <p:cNvSpPr txBox="1">
            <a:spLocks/>
          </p:cNvSpPr>
          <p:nvPr/>
        </p:nvSpPr>
        <p:spPr>
          <a:xfrm>
            <a:off x="311089" y="228587"/>
            <a:ext cx="6613200" cy="53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nSpc>
                <a:spcPct val="115000"/>
              </a:lnSpc>
              <a:buClr>
                <a:schemeClr val="dk1"/>
              </a:buClr>
              <a:buSzPts val="2400"/>
              <a:buFont typeface="Figtree Black"/>
              <a:buNone/>
              <a:defRPr sz="1900">
                <a:solidFill>
                  <a:schemeClr val="dk1"/>
                </a:solidFill>
                <a:latin typeface="Figtree Black"/>
                <a:ea typeface="Figtree Black"/>
                <a:cs typeface="Figtree Black"/>
                <a:sym typeface="Figtree Black"/>
              </a:defRPr>
            </a:lvl1pPr>
            <a:lvl2pPr marL="914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2pPr>
            <a:lvl3pPr marL="1371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3pPr>
            <a:lvl4pPr marL="1828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4pPr>
            <a:lvl5pPr marL="22860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5pPr>
            <a:lvl6pPr marL="27432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6pPr>
            <a:lvl7pPr marL="3200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7pPr>
            <a:lvl8pPr marL="3657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8pPr>
            <a:lvl9pPr marL="4114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9pPr>
          </a:lstStyle>
          <a:p>
            <a:r>
              <a:rPr lang="en-US" dirty="0"/>
              <a:t>Model Results</a:t>
            </a:r>
          </a:p>
        </p:txBody>
      </p:sp>
      <p:pic>
        <p:nvPicPr>
          <p:cNvPr id="6" name="Picture 5">
            <a:extLst>
              <a:ext uri="{FF2B5EF4-FFF2-40B4-BE49-F238E27FC236}">
                <a16:creationId xmlns:a16="http://schemas.microsoft.com/office/drawing/2014/main" id="{D36C7AE3-2291-2628-1A0E-ECC83D5727C5}"/>
              </a:ext>
            </a:extLst>
          </p:cNvPr>
          <p:cNvPicPr>
            <a:picLocks noChangeAspect="1"/>
          </p:cNvPicPr>
          <p:nvPr/>
        </p:nvPicPr>
        <p:blipFill>
          <a:blip r:embed="rId3"/>
          <a:stretch>
            <a:fillRect/>
          </a:stretch>
        </p:blipFill>
        <p:spPr>
          <a:xfrm>
            <a:off x="311089" y="638064"/>
            <a:ext cx="7674671" cy="4247023"/>
          </a:xfrm>
          <a:prstGeom prst="rect">
            <a:avLst/>
          </a:prstGeom>
        </p:spPr>
      </p:pic>
    </p:spTree>
    <p:extLst>
      <p:ext uri="{BB962C8B-B14F-4D97-AF65-F5344CB8AC3E}">
        <p14:creationId xmlns:p14="http://schemas.microsoft.com/office/powerpoint/2010/main" val="431199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5" name="Google Shape;340;p37">
            <a:extLst>
              <a:ext uri="{FF2B5EF4-FFF2-40B4-BE49-F238E27FC236}">
                <a16:creationId xmlns:a16="http://schemas.microsoft.com/office/drawing/2014/main" id="{A4269489-E098-A422-1253-872CB474BF69}"/>
              </a:ext>
            </a:extLst>
          </p:cNvPr>
          <p:cNvSpPr txBox="1">
            <a:spLocks/>
          </p:cNvSpPr>
          <p:nvPr/>
        </p:nvSpPr>
        <p:spPr>
          <a:xfrm>
            <a:off x="311089" y="228587"/>
            <a:ext cx="6613200" cy="53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nSpc>
                <a:spcPct val="115000"/>
              </a:lnSpc>
              <a:buClr>
                <a:schemeClr val="dk1"/>
              </a:buClr>
              <a:buSzPts val="2400"/>
              <a:buFont typeface="Figtree Black"/>
              <a:buNone/>
              <a:defRPr sz="1900">
                <a:solidFill>
                  <a:schemeClr val="dk1"/>
                </a:solidFill>
                <a:latin typeface="Figtree Black"/>
                <a:ea typeface="Figtree Black"/>
                <a:cs typeface="Figtree Black"/>
                <a:sym typeface="Figtree Black"/>
              </a:defRPr>
            </a:lvl1pPr>
            <a:lvl2pPr marL="914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2pPr>
            <a:lvl3pPr marL="1371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3pPr>
            <a:lvl4pPr marL="1828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4pPr>
            <a:lvl5pPr marL="22860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5pPr>
            <a:lvl6pPr marL="27432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6pPr>
            <a:lvl7pPr marL="3200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7pPr>
            <a:lvl8pPr marL="3657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8pPr>
            <a:lvl9pPr marL="4114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9pPr>
          </a:lstStyle>
          <a:p>
            <a:r>
              <a:rPr lang="en-US" dirty="0"/>
              <a:t>Model Results</a:t>
            </a:r>
          </a:p>
        </p:txBody>
      </p:sp>
      <p:pic>
        <p:nvPicPr>
          <p:cNvPr id="7" name="Picture 6" descr="A group of colored lines&#10;&#10;AI-generated content may be incorrect.">
            <a:extLst>
              <a:ext uri="{FF2B5EF4-FFF2-40B4-BE49-F238E27FC236}">
                <a16:creationId xmlns:a16="http://schemas.microsoft.com/office/drawing/2014/main" id="{2BE268DA-B271-6570-1044-15801F630134}"/>
              </a:ext>
            </a:extLst>
          </p:cNvPr>
          <p:cNvPicPr>
            <a:picLocks noChangeAspect="1"/>
          </p:cNvPicPr>
          <p:nvPr/>
        </p:nvPicPr>
        <p:blipFill>
          <a:blip r:embed="rId3"/>
          <a:srcRect b="47111"/>
          <a:stretch/>
        </p:blipFill>
        <p:spPr>
          <a:xfrm>
            <a:off x="461392" y="1118430"/>
            <a:ext cx="8221215" cy="3352800"/>
          </a:xfrm>
          <a:prstGeom prst="rect">
            <a:avLst/>
          </a:prstGeom>
        </p:spPr>
      </p:pic>
    </p:spTree>
    <p:extLst>
      <p:ext uri="{BB962C8B-B14F-4D97-AF65-F5344CB8AC3E}">
        <p14:creationId xmlns:p14="http://schemas.microsoft.com/office/powerpoint/2010/main" val="209665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5" name="Google Shape;340;p37">
            <a:extLst>
              <a:ext uri="{FF2B5EF4-FFF2-40B4-BE49-F238E27FC236}">
                <a16:creationId xmlns:a16="http://schemas.microsoft.com/office/drawing/2014/main" id="{A4269489-E098-A422-1253-872CB474BF69}"/>
              </a:ext>
            </a:extLst>
          </p:cNvPr>
          <p:cNvSpPr txBox="1">
            <a:spLocks/>
          </p:cNvSpPr>
          <p:nvPr/>
        </p:nvSpPr>
        <p:spPr>
          <a:xfrm>
            <a:off x="311089" y="228587"/>
            <a:ext cx="6613200" cy="53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nSpc>
                <a:spcPct val="115000"/>
              </a:lnSpc>
              <a:buClr>
                <a:schemeClr val="dk1"/>
              </a:buClr>
              <a:buSzPts val="2400"/>
              <a:buFont typeface="Figtree Black"/>
              <a:buNone/>
              <a:defRPr sz="1900">
                <a:solidFill>
                  <a:schemeClr val="dk1"/>
                </a:solidFill>
                <a:latin typeface="Figtree Black"/>
                <a:ea typeface="Figtree Black"/>
                <a:cs typeface="Figtree Black"/>
                <a:sym typeface="Figtree Black"/>
              </a:defRPr>
            </a:lvl1pPr>
            <a:lvl2pPr marL="914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2pPr>
            <a:lvl3pPr marL="1371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3pPr>
            <a:lvl4pPr marL="1828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4pPr>
            <a:lvl5pPr marL="22860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5pPr>
            <a:lvl6pPr marL="27432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6pPr>
            <a:lvl7pPr marL="3200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7pPr>
            <a:lvl8pPr marL="3657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8pPr>
            <a:lvl9pPr marL="4114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9pPr>
          </a:lstStyle>
          <a:p>
            <a:r>
              <a:rPr lang="en-US" dirty="0"/>
              <a:t>Model Results</a:t>
            </a:r>
          </a:p>
        </p:txBody>
      </p:sp>
      <p:pic>
        <p:nvPicPr>
          <p:cNvPr id="3" name="Picture 2">
            <a:extLst>
              <a:ext uri="{FF2B5EF4-FFF2-40B4-BE49-F238E27FC236}">
                <a16:creationId xmlns:a16="http://schemas.microsoft.com/office/drawing/2014/main" id="{EFA5A5AB-14C7-A260-4DC9-3B44CEF52164}"/>
              </a:ext>
            </a:extLst>
          </p:cNvPr>
          <p:cNvPicPr>
            <a:picLocks noChangeAspect="1"/>
          </p:cNvPicPr>
          <p:nvPr/>
        </p:nvPicPr>
        <p:blipFill>
          <a:blip r:embed="rId3"/>
          <a:stretch>
            <a:fillRect/>
          </a:stretch>
        </p:blipFill>
        <p:spPr>
          <a:xfrm>
            <a:off x="2155430" y="503138"/>
            <a:ext cx="4833140" cy="4137223"/>
          </a:xfrm>
          <a:prstGeom prst="rect">
            <a:avLst/>
          </a:prstGeom>
        </p:spPr>
      </p:pic>
    </p:spTree>
    <p:extLst>
      <p:ext uri="{BB962C8B-B14F-4D97-AF65-F5344CB8AC3E}">
        <p14:creationId xmlns:p14="http://schemas.microsoft.com/office/powerpoint/2010/main" val="761112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5" name="Google Shape;340;p37">
            <a:extLst>
              <a:ext uri="{FF2B5EF4-FFF2-40B4-BE49-F238E27FC236}">
                <a16:creationId xmlns:a16="http://schemas.microsoft.com/office/drawing/2014/main" id="{A4269489-E098-A422-1253-872CB474BF69}"/>
              </a:ext>
            </a:extLst>
          </p:cNvPr>
          <p:cNvSpPr txBox="1">
            <a:spLocks/>
          </p:cNvSpPr>
          <p:nvPr/>
        </p:nvSpPr>
        <p:spPr>
          <a:xfrm>
            <a:off x="311089" y="228587"/>
            <a:ext cx="6613200" cy="53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lnSpc>
                <a:spcPct val="115000"/>
              </a:lnSpc>
              <a:buClr>
                <a:schemeClr val="dk1"/>
              </a:buClr>
              <a:buSzPts val="2400"/>
              <a:buFont typeface="Figtree Black"/>
              <a:buNone/>
              <a:defRPr sz="1900">
                <a:solidFill>
                  <a:schemeClr val="dk1"/>
                </a:solidFill>
                <a:latin typeface="Figtree Black"/>
                <a:ea typeface="Figtree Black"/>
                <a:cs typeface="Figtree Black"/>
                <a:sym typeface="Figtree Black"/>
              </a:defRPr>
            </a:lvl1pPr>
            <a:lvl2pPr marL="914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2pPr>
            <a:lvl3pPr marL="1371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3pPr>
            <a:lvl4pPr marL="1828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4pPr>
            <a:lvl5pPr marL="22860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5pPr>
            <a:lvl6pPr marL="27432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6pPr>
            <a:lvl7pPr marL="32004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7pPr>
            <a:lvl8pPr marL="36576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8pPr>
            <a:lvl9pPr marL="4114800" indent="-317500">
              <a:lnSpc>
                <a:spcPct val="115000"/>
              </a:lnSpc>
              <a:buClr>
                <a:schemeClr val="dk1"/>
              </a:buClr>
              <a:buSzPts val="2400"/>
              <a:buFont typeface="Figtree Black"/>
              <a:buNone/>
              <a:defRPr sz="2400">
                <a:solidFill>
                  <a:schemeClr val="dk1"/>
                </a:solidFill>
                <a:latin typeface="Figtree Black"/>
                <a:ea typeface="Figtree Black"/>
                <a:cs typeface="Figtree Black"/>
                <a:sym typeface="Figtree Black"/>
              </a:defRPr>
            </a:lvl9pPr>
          </a:lstStyle>
          <a:p>
            <a:r>
              <a:rPr lang="en-US" dirty="0"/>
              <a:t>Model Results</a:t>
            </a:r>
          </a:p>
        </p:txBody>
      </p:sp>
      <p:pic>
        <p:nvPicPr>
          <p:cNvPr id="4" name="Picture 3">
            <a:extLst>
              <a:ext uri="{FF2B5EF4-FFF2-40B4-BE49-F238E27FC236}">
                <a16:creationId xmlns:a16="http://schemas.microsoft.com/office/drawing/2014/main" id="{8F9A6AFA-B574-37B2-AF33-4873E87D6A80}"/>
              </a:ext>
            </a:extLst>
          </p:cNvPr>
          <p:cNvPicPr>
            <a:picLocks noChangeAspect="1"/>
          </p:cNvPicPr>
          <p:nvPr/>
        </p:nvPicPr>
        <p:blipFill>
          <a:blip r:embed="rId3"/>
          <a:stretch>
            <a:fillRect/>
          </a:stretch>
        </p:blipFill>
        <p:spPr>
          <a:xfrm>
            <a:off x="2355444" y="350520"/>
            <a:ext cx="4433111" cy="4488180"/>
          </a:xfrm>
          <a:prstGeom prst="rect">
            <a:avLst/>
          </a:prstGeom>
        </p:spPr>
      </p:pic>
    </p:spTree>
    <p:extLst>
      <p:ext uri="{BB962C8B-B14F-4D97-AF65-F5344CB8AC3E}">
        <p14:creationId xmlns:p14="http://schemas.microsoft.com/office/powerpoint/2010/main" val="2768221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56"/>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Future Plan</a:t>
            </a:r>
            <a:endParaRPr dirty="0"/>
          </a:p>
        </p:txBody>
      </p:sp>
      <p:sp>
        <p:nvSpPr>
          <p:cNvPr id="764" name="Google Shape;764;p56"/>
          <p:cNvSpPr txBox="1"/>
          <p:nvPr/>
        </p:nvSpPr>
        <p:spPr>
          <a:xfrm>
            <a:off x="3691914" y="1451690"/>
            <a:ext cx="3897605" cy="3486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Clr>
                <a:srgbClr val="000000"/>
              </a:buClr>
              <a:buSzPts val="1100"/>
              <a:buFont typeface="Arial"/>
              <a:buNone/>
            </a:pPr>
            <a:r>
              <a:rPr lang="en" sz="1900" dirty="0">
                <a:solidFill>
                  <a:schemeClr val="dk1"/>
                </a:solidFill>
                <a:latin typeface="Figtree Black"/>
                <a:ea typeface="Figtree Black"/>
                <a:cs typeface="Figtree Black"/>
                <a:sym typeface="Figtree Black"/>
              </a:rPr>
              <a:t>Training Deep Learning  Model</a:t>
            </a:r>
            <a:endParaRPr sz="1900" dirty="0">
              <a:solidFill>
                <a:schemeClr val="dk1"/>
              </a:solidFill>
              <a:latin typeface="Figtree Black"/>
              <a:ea typeface="Figtree Black"/>
              <a:cs typeface="Figtree Black"/>
              <a:sym typeface="Figtree Black"/>
            </a:endParaRPr>
          </a:p>
        </p:txBody>
      </p:sp>
      <p:sp>
        <p:nvSpPr>
          <p:cNvPr id="765" name="Google Shape;765;p56"/>
          <p:cNvSpPr txBox="1"/>
          <p:nvPr/>
        </p:nvSpPr>
        <p:spPr>
          <a:xfrm>
            <a:off x="3691915" y="1650639"/>
            <a:ext cx="2658600" cy="117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dirty="0">
                <a:solidFill>
                  <a:schemeClr val="dk1"/>
                </a:solidFill>
                <a:latin typeface="Hanken Grotesk"/>
                <a:ea typeface="Hanken Grotesk"/>
                <a:cs typeface="Hanken Grotesk"/>
                <a:sym typeface="Hanken Grotesk"/>
              </a:rPr>
              <a:t>Training of the DL M</a:t>
            </a:r>
            <a:r>
              <a:rPr lang="en-US" dirty="0">
                <a:solidFill>
                  <a:schemeClr val="dk1"/>
                </a:solidFill>
                <a:latin typeface="Hanken Grotesk"/>
                <a:ea typeface="Hanken Grotesk"/>
                <a:cs typeface="Hanken Grotesk"/>
                <a:sym typeface="Hanken Grotesk"/>
              </a:rPr>
              <a:t>o</a:t>
            </a:r>
            <a:r>
              <a:rPr lang="en" dirty="0">
                <a:solidFill>
                  <a:schemeClr val="dk1"/>
                </a:solidFill>
                <a:latin typeface="Hanken Grotesk"/>
                <a:ea typeface="Hanken Grotesk"/>
                <a:cs typeface="Hanken Grotesk"/>
                <a:sym typeface="Hanken Grotesk"/>
              </a:rPr>
              <a:t>dels,</a:t>
            </a:r>
          </a:p>
          <a:p>
            <a:pPr marL="285750" lvl="0" indent="-285750" algn="l" rtl="0">
              <a:lnSpc>
                <a:spcPct val="115000"/>
              </a:lnSpc>
              <a:spcBef>
                <a:spcPts val="0"/>
              </a:spcBef>
              <a:spcAft>
                <a:spcPts val="0"/>
              </a:spcAft>
              <a:buFont typeface="Arial" panose="020B0604020202020204" pitchFamily="34" charset="0"/>
              <a:buChar char="•"/>
            </a:pPr>
            <a:r>
              <a:rPr lang="en" dirty="0">
                <a:solidFill>
                  <a:schemeClr val="dk1"/>
                </a:solidFill>
                <a:latin typeface="Hanken Grotesk"/>
                <a:ea typeface="Hanken Grotesk"/>
                <a:cs typeface="Hanken Grotesk"/>
                <a:sym typeface="Hanken Grotesk"/>
              </a:rPr>
              <a:t>LSTM</a:t>
            </a:r>
          </a:p>
          <a:p>
            <a:pPr marL="285750" lvl="0" indent="-285750" algn="l" rtl="0">
              <a:lnSpc>
                <a:spcPct val="115000"/>
              </a:lnSpc>
              <a:spcBef>
                <a:spcPts val="0"/>
              </a:spcBef>
              <a:spcAft>
                <a:spcPts val="0"/>
              </a:spcAft>
              <a:buFont typeface="Arial" panose="020B0604020202020204" pitchFamily="34" charset="0"/>
              <a:buChar char="•"/>
            </a:pPr>
            <a:r>
              <a:rPr lang="en" dirty="0">
                <a:solidFill>
                  <a:schemeClr val="dk1"/>
                </a:solidFill>
                <a:latin typeface="Hanken Grotesk"/>
                <a:ea typeface="Hanken Grotesk"/>
                <a:cs typeface="Hanken Grotesk"/>
                <a:sym typeface="Hanken Grotesk"/>
              </a:rPr>
              <a:t>GRU</a:t>
            </a:r>
          </a:p>
          <a:p>
            <a:pPr lvl="0" algn="l" rtl="0">
              <a:lnSpc>
                <a:spcPct val="115000"/>
              </a:lnSpc>
              <a:spcBef>
                <a:spcPts val="0"/>
              </a:spcBef>
              <a:spcAft>
                <a:spcPts val="0"/>
              </a:spcAft>
            </a:pPr>
            <a:r>
              <a:rPr lang="en" dirty="0">
                <a:solidFill>
                  <a:schemeClr val="dk1"/>
                </a:solidFill>
                <a:latin typeface="Hanken Grotesk"/>
                <a:ea typeface="Hanken Grotesk"/>
                <a:cs typeface="Hanken Grotesk"/>
                <a:sym typeface="Hanken Grotesk"/>
              </a:rPr>
              <a:t>Fine tune to them.</a:t>
            </a:r>
          </a:p>
        </p:txBody>
      </p:sp>
      <p:sp>
        <p:nvSpPr>
          <p:cNvPr id="766" name="Google Shape;766;p56"/>
          <p:cNvSpPr txBox="1"/>
          <p:nvPr/>
        </p:nvSpPr>
        <p:spPr>
          <a:xfrm>
            <a:off x="3691914" y="3113740"/>
            <a:ext cx="4042385" cy="348600"/>
          </a:xfrm>
          <a:prstGeom prst="rect">
            <a:avLst/>
          </a:prstGeom>
          <a:noFill/>
          <a:ln>
            <a:noFill/>
          </a:ln>
        </p:spPr>
        <p:txBody>
          <a:bodyPr spcFirstLastPara="1" wrap="square" lIns="91425" tIns="91425" rIns="91425" bIns="91425" anchor="b" anchorCtr="0">
            <a:noAutofit/>
          </a:bodyPr>
          <a:lstStyle/>
          <a:p>
            <a:pPr marL="0" marR="0" lvl="0" indent="0" algn="l" rtl="0">
              <a:lnSpc>
                <a:spcPct val="115000"/>
              </a:lnSpc>
              <a:spcBef>
                <a:spcPts val="0"/>
              </a:spcBef>
              <a:spcAft>
                <a:spcPts val="0"/>
              </a:spcAft>
              <a:buNone/>
            </a:pPr>
            <a:r>
              <a:rPr lang="en" sz="1900" dirty="0">
                <a:solidFill>
                  <a:schemeClr val="dk1"/>
                </a:solidFill>
                <a:latin typeface="Figtree Black"/>
                <a:ea typeface="Figtree Black"/>
                <a:cs typeface="Figtree Black"/>
                <a:sym typeface="Figtree Black"/>
              </a:rPr>
              <a:t>Identifying the Best Models</a:t>
            </a:r>
            <a:endParaRPr sz="1900" dirty="0">
              <a:solidFill>
                <a:schemeClr val="dk1"/>
              </a:solidFill>
              <a:latin typeface="Figtree Black"/>
              <a:ea typeface="Figtree Black"/>
              <a:cs typeface="Figtree Black"/>
              <a:sym typeface="Figtree Black"/>
            </a:endParaRPr>
          </a:p>
        </p:txBody>
      </p:sp>
      <p:sp>
        <p:nvSpPr>
          <p:cNvPr id="767" name="Google Shape;767;p56"/>
          <p:cNvSpPr txBox="1"/>
          <p:nvPr/>
        </p:nvSpPr>
        <p:spPr>
          <a:xfrm>
            <a:off x="3691915" y="3312715"/>
            <a:ext cx="2658600" cy="117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dirty="0">
                <a:solidFill>
                  <a:schemeClr val="dk1"/>
                </a:solidFill>
                <a:latin typeface="Hanken Grotesk"/>
                <a:ea typeface="Hanken Grotesk"/>
                <a:cs typeface="Hanken Grotesk"/>
                <a:sym typeface="Hanken Grotesk"/>
              </a:rPr>
              <a:t>Identifying the best Model out of all. Create a interface to input data and predict the MW Load.</a:t>
            </a:r>
            <a:endParaRPr dirty="0">
              <a:solidFill>
                <a:schemeClr val="dk1"/>
              </a:solidFill>
              <a:latin typeface="Hanken Grotesk"/>
              <a:ea typeface="Hanken Grotesk"/>
              <a:cs typeface="Hanken Grotesk"/>
              <a:sym typeface="Hanken Grotesk"/>
            </a:endParaRPr>
          </a:p>
        </p:txBody>
      </p:sp>
      <p:sp>
        <p:nvSpPr>
          <p:cNvPr id="768" name="Google Shape;768;p56"/>
          <p:cNvSpPr/>
          <p:nvPr/>
        </p:nvSpPr>
        <p:spPr>
          <a:xfrm>
            <a:off x="3036665" y="2949890"/>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9" name="Google Shape;769;p56"/>
          <p:cNvSpPr/>
          <p:nvPr/>
        </p:nvSpPr>
        <p:spPr>
          <a:xfrm>
            <a:off x="3036665" y="1291303"/>
            <a:ext cx="5163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70" name="Google Shape;770;p56"/>
          <p:cNvCxnSpPr>
            <a:stCxn id="769" idx="2"/>
            <a:endCxn id="768" idx="0"/>
          </p:cNvCxnSpPr>
          <p:nvPr/>
        </p:nvCxnSpPr>
        <p:spPr>
          <a:xfrm>
            <a:off x="3294815" y="1807603"/>
            <a:ext cx="0" cy="1142400"/>
          </a:xfrm>
          <a:prstGeom prst="straightConnector1">
            <a:avLst/>
          </a:prstGeom>
          <a:noFill/>
          <a:ln w="19050" cap="flat" cmpd="sng">
            <a:solidFill>
              <a:schemeClr val="dk1"/>
            </a:solidFill>
            <a:prstDash val="solid"/>
            <a:round/>
            <a:headEnd type="none" w="med" len="med"/>
            <a:tailEnd type="none" w="med" len="med"/>
          </a:ln>
        </p:spPr>
      </p:cxnSp>
      <p:cxnSp>
        <p:nvCxnSpPr>
          <p:cNvPr id="771" name="Google Shape;771;p56"/>
          <p:cNvCxnSpPr>
            <a:stCxn id="768" idx="2"/>
          </p:cNvCxnSpPr>
          <p:nvPr/>
        </p:nvCxnSpPr>
        <p:spPr>
          <a:xfrm>
            <a:off x="3294815" y="3466190"/>
            <a:ext cx="0" cy="1772400"/>
          </a:xfrm>
          <a:prstGeom prst="straightConnector1">
            <a:avLst/>
          </a:prstGeom>
          <a:noFill/>
          <a:ln w="19050" cap="flat" cmpd="sng">
            <a:solidFill>
              <a:schemeClr val="dk1"/>
            </a:solidFill>
            <a:prstDash val="solid"/>
            <a:round/>
            <a:headEnd type="none" w="med" len="med"/>
            <a:tailEnd type="none" w="med" len="med"/>
          </a:ln>
        </p:spPr>
      </p:cxnSp>
      <p:grpSp>
        <p:nvGrpSpPr>
          <p:cNvPr id="772" name="Google Shape;772;p56"/>
          <p:cNvGrpSpPr/>
          <p:nvPr/>
        </p:nvGrpSpPr>
        <p:grpSpPr>
          <a:xfrm>
            <a:off x="3114878" y="3052715"/>
            <a:ext cx="359850" cy="310650"/>
            <a:chOff x="1727213" y="3674725"/>
            <a:chExt cx="359850" cy="310650"/>
          </a:xfrm>
        </p:grpSpPr>
        <p:sp>
          <p:nvSpPr>
            <p:cNvPr id="773" name="Google Shape;773;p56"/>
            <p:cNvSpPr/>
            <p:nvPr/>
          </p:nvSpPr>
          <p:spPr>
            <a:xfrm>
              <a:off x="2048588" y="3851825"/>
              <a:ext cx="13875" cy="66400"/>
            </a:xfrm>
            <a:custGeom>
              <a:avLst/>
              <a:gdLst/>
              <a:ahLst/>
              <a:cxnLst/>
              <a:rect l="l" t="t" r="r" b="b"/>
              <a:pathLst>
                <a:path w="555" h="2656" extrusionOk="0">
                  <a:moveTo>
                    <a:pt x="1" y="0"/>
                  </a:moveTo>
                  <a:lnTo>
                    <a:pt x="1" y="2656"/>
                  </a:lnTo>
                  <a:lnTo>
                    <a:pt x="554" y="2656"/>
                  </a:lnTo>
                  <a:lnTo>
                    <a:pt x="55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56"/>
            <p:cNvSpPr/>
            <p:nvPr/>
          </p:nvSpPr>
          <p:spPr>
            <a:xfrm>
              <a:off x="1802038" y="3720600"/>
              <a:ext cx="14900" cy="54350"/>
            </a:xfrm>
            <a:custGeom>
              <a:avLst/>
              <a:gdLst/>
              <a:ahLst/>
              <a:cxnLst/>
              <a:rect l="l" t="t" r="r" b="b"/>
              <a:pathLst>
                <a:path w="596" h="2174" extrusionOk="0">
                  <a:moveTo>
                    <a:pt x="1" y="1"/>
                  </a:moveTo>
                  <a:lnTo>
                    <a:pt x="1" y="2174"/>
                  </a:lnTo>
                  <a:lnTo>
                    <a:pt x="595" y="2174"/>
                  </a:lnTo>
                  <a:lnTo>
                    <a:pt x="595"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56"/>
            <p:cNvSpPr/>
            <p:nvPr/>
          </p:nvSpPr>
          <p:spPr>
            <a:xfrm>
              <a:off x="1884063" y="3910500"/>
              <a:ext cx="203000" cy="52575"/>
            </a:xfrm>
            <a:custGeom>
              <a:avLst/>
              <a:gdLst/>
              <a:ahLst/>
              <a:cxnLst/>
              <a:rect l="l" t="t" r="r" b="b"/>
              <a:pathLst>
                <a:path w="8120" h="2103" extrusionOk="0">
                  <a:moveTo>
                    <a:pt x="308" y="1"/>
                  </a:moveTo>
                  <a:cubicBezTo>
                    <a:pt x="134" y="1"/>
                    <a:pt x="0" y="134"/>
                    <a:pt x="0" y="350"/>
                  </a:cubicBezTo>
                  <a:cubicBezTo>
                    <a:pt x="52" y="473"/>
                    <a:pt x="175" y="606"/>
                    <a:pt x="308" y="606"/>
                  </a:cubicBezTo>
                  <a:lnTo>
                    <a:pt x="7012" y="606"/>
                  </a:lnTo>
                  <a:cubicBezTo>
                    <a:pt x="7310" y="606"/>
                    <a:pt x="7525" y="821"/>
                    <a:pt x="7484" y="1118"/>
                  </a:cubicBezTo>
                  <a:cubicBezTo>
                    <a:pt x="7433" y="1334"/>
                    <a:pt x="7228" y="1539"/>
                    <a:pt x="7012" y="1539"/>
                  </a:cubicBezTo>
                  <a:lnTo>
                    <a:pt x="308" y="1539"/>
                  </a:lnTo>
                  <a:cubicBezTo>
                    <a:pt x="134" y="1539"/>
                    <a:pt x="0" y="1672"/>
                    <a:pt x="0" y="1887"/>
                  </a:cubicBezTo>
                  <a:cubicBezTo>
                    <a:pt x="52" y="2010"/>
                    <a:pt x="175" y="2103"/>
                    <a:pt x="308" y="2103"/>
                  </a:cubicBezTo>
                  <a:lnTo>
                    <a:pt x="7012" y="2103"/>
                  </a:lnTo>
                  <a:cubicBezTo>
                    <a:pt x="7648" y="2103"/>
                    <a:pt x="8120" y="1590"/>
                    <a:pt x="8079" y="944"/>
                  </a:cubicBezTo>
                  <a:cubicBezTo>
                    <a:pt x="7997" y="391"/>
                    <a:pt x="7525" y="1"/>
                    <a:pt x="701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56"/>
            <p:cNvSpPr/>
            <p:nvPr/>
          </p:nvSpPr>
          <p:spPr>
            <a:xfrm>
              <a:off x="1727213" y="3674725"/>
              <a:ext cx="358825" cy="288350"/>
            </a:xfrm>
            <a:custGeom>
              <a:avLst/>
              <a:gdLst/>
              <a:ahLst/>
              <a:cxnLst/>
              <a:rect l="l" t="t" r="r" b="b"/>
              <a:pathLst>
                <a:path w="14353" h="11534" extrusionOk="0">
                  <a:moveTo>
                    <a:pt x="10939" y="595"/>
                  </a:moveTo>
                  <a:cubicBezTo>
                    <a:pt x="12220" y="595"/>
                    <a:pt x="13327" y="1661"/>
                    <a:pt x="13286" y="2984"/>
                  </a:cubicBezTo>
                  <a:cubicBezTo>
                    <a:pt x="13286" y="4224"/>
                    <a:pt x="12220" y="5249"/>
                    <a:pt x="10980" y="5249"/>
                  </a:cubicBezTo>
                  <a:lnTo>
                    <a:pt x="2994" y="5249"/>
                  </a:lnTo>
                  <a:cubicBezTo>
                    <a:pt x="2779" y="5249"/>
                    <a:pt x="2563" y="5075"/>
                    <a:pt x="2522" y="4870"/>
                  </a:cubicBezTo>
                  <a:cubicBezTo>
                    <a:pt x="2481" y="4563"/>
                    <a:pt x="2686" y="4306"/>
                    <a:pt x="2994" y="4306"/>
                  </a:cubicBezTo>
                  <a:lnTo>
                    <a:pt x="10939" y="4306"/>
                  </a:lnTo>
                  <a:cubicBezTo>
                    <a:pt x="11708" y="4306"/>
                    <a:pt x="12343" y="3712"/>
                    <a:pt x="12343" y="2943"/>
                  </a:cubicBezTo>
                  <a:cubicBezTo>
                    <a:pt x="12343" y="2174"/>
                    <a:pt x="11749" y="1538"/>
                    <a:pt x="10980" y="1538"/>
                  </a:cubicBezTo>
                  <a:lnTo>
                    <a:pt x="2994" y="1538"/>
                  </a:lnTo>
                  <a:cubicBezTo>
                    <a:pt x="2779" y="1538"/>
                    <a:pt x="2563" y="1364"/>
                    <a:pt x="2522" y="1149"/>
                  </a:cubicBezTo>
                  <a:cubicBezTo>
                    <a:pt x="2481" y="852"/>
                    <a:pt x="2686" y="595"/>
                    <a:pt x="2994" y="595"/>
                  </a:cubicBezTo>
                  <a:close/>
                  <a:moveTo>
                    <a:pt x="2994" y="1"/>
                  </a:moveTo>
                  <a:cubicBezTo>
                    <a:pt x="2430" y="1"/>
                    <a:pt x="1969" y="421"/>
                    <a:pt x="1917" y="975"/>
                  </a:cubicBezTo>
                  <a:cubicBezTo>
                    <a:pt x="1835" y="1579"/>
                    <a:pt x="2348" y="2133"/>
                    <a:pt x="2994" y="2133"/>
                  </a:cubicBezTo>
                  <a:lnTo>
                    <a:pt x="10939" y="2133"/>
                  </a:lnTo>
                  <a:cubicBezTo>
                    <a:pt x="11359" y="2133"/>
                    <a:pt x="11749" y="2471"/>
                    <a:pt x="11749" y="2902"/>
                  </a:cubicBezTo>
                  <a:cubicBezTo>
                    <a:pt x="11790" y="3373"/>
                    <a:pt x="11400" y="3712"/>
                    <a:pt x="10980" y="3712"/>
                  </a:cubicBezTo>
                  <a:lnTo>
                    <a:pt x="2902" y="3712"/>
                  </a:lnTo>
                  <a:cubicBezTo>
                    <a:pt x="2563" y="3712"/>
                    <a:pt x="2225" y="3886"/>
                    <a:pt x="2092" y="4183"/>
                  </a:cubicBezTo>
                  <a:cubicBezTo>
                    <a:pt x="1794" y="4737"/>
                    <a:pt x="1917" y="5290"/>
                    <a:pt x="2307" y="5588"/>
                  </a:cubicBezTo>
                  <a:cubicBezTo>
                    <a:pt x="810" y="6357"/>
                    <a:pt x="0" y="8243"/>
                    <a:pt x="1026" y="10078"/>
                  </a:cubicBezTo>
                  <a:cubicBezTo>
                    <a:pt x="1538" y="10970"/>
                    <a:pt x="2481" y="11534"/>
                    <a:pt x="3455" y="11534"/>
                  </a:cubicBezTo>
                  <a:lnTo>
                    <a:pt x="4398" y="11534"/>
                  </a:lnTo>
                  <a:cubicBezTo>
                    <a:pt x="4532" y="11534"/>
                    <a:pt x="4655" y="11400"/>
                    <a:pt x="4696" y="11277"/>
                  </a:cubicBezTo>
                  <a:cubicBezTo>
                    <a:pt x="4737" y="11103"/>
                    <a:pt x="4573" y="10929"/>
                    <a:pt x="4398" y="10929"/>
                  </a:cubicBezTo>
                  <a:lnTo>
                    <a:pt x="3763" y="10929"/>
                  </a:lnTo>
                  <a:cubicBezTo>
                    <a:pt x="2307" y="10929"/>
                    <a:pt x="1149" y="9781"/>
                    <a:pt x="1149" y="8325"/>
                  </a:cubicBezTo>
                  <a:cubicBezTo>
                    <a:pt x="1200" y="6961"/>
                    <a:pt x="2307" y="5844"/>
                    <a:pt x="3711" y="5844"/>
                  </a:cubicBezTo>
                  <a:lnTo>
                    <a:pt x="13286" y="5844"/>
                  </a:lnTo>
                  <a:cubicBezTo>
                    <a:pt x="13502" y="5844"/>
                    <a:pt x="13707" y="6018"/>
                    <a:pt x="13758" y="6234"/>
                  </a:cubicBezTo>
                  <a:cubicBezTo>
                    <a:pt x="13799" y="6531"/>
                    <a:pt x="13584" y="6787"/>
                    <a:pt x="13286" y="6787"/>
                  </a:cubicBezTo>
                  <a:lnTo>
                    <a:pt x="3763" y="6787"/>
                  </a:lnTo>
                  <a:cubicBezTo>
                    <a:pt x="2943" y="6787"/>
                    <a:pt x="2266" y="7382"/>
                    <a:pt x="2133" y="8151"/>
                  </a:cubicBezTo>
                  <a:cubicBezTo>
                    <a:pt x="2010" y="9135"/>
                    <a:pt x="2779" y="10037"/>
                    <a:pt x="3763" y="10037"/>
                  </a:cubicBezTo>
                  <a:lnTo>
                    <a:pt x="4398" y="10037"/>
                  </a:lnTo>
                  <a:cubicBezTo>
                    <a:pt x="4532" y="10037"/>
                    <a:pt x="4655" y="9904"/>
                    <a:pt x="4696" y="9781"/>
                  </a:cubicBezTo>
                  <a:cubicBezTo>
                    <a:pt x="4737" y="9565"/>
                    <a:pt x="4573" y="9432"/>
                    <a:pt x="4398" y="9432"/>
                  </a:cubicBezTo>
                  <a:lnTo>
                    <a:pt x="3763" y="9432"/>
                  </a:lnTo>
                  <a:cubicBezTo>
                    <a:pt x="3250" y="9432"/>
                    <a:pt x="2820" y="9094"/>
                    <a:pt x="2738" y="8581"/>
                  </a:cubicBezTo>
                  <a:cubicBezTo>
                    <a:pt x="2604" y="7946"/>
                    <a:pt x="3117" y="7382"/>
                    <a:pt x="3763" y="7382"/>
                  </a:cubicBezTo>
                  <a:lnTo>
                    <a:pt x="13286" y="7382"/>
                  </a:lnTo>
                  <a:cubicBezTo>
                    <a:pt x="13881" y="7382"/>
                    <a:pt x="14353" y="6920"/>
                    <a:pt x="14353" y="6316"/>
                  </a:cubicBezTo>
                  <a:cubicBezTo>
                    <a:pt x="14353" y="5721"/>
                    <a:pt x="13881" y="5249"/>
                    <a:pt x="13286" y="5249"/>
                  </a:cubicBezTo>
                  <a:lnTo>
                    <a:pt x="12733" y="5249"/>
                  </a:lnTo>
                  <a:cubicBezTo>
                    <a:pt x="13409" y="4737"/>
                    <a:pt x="13840" y="3927"/>
                    <a:pt x="13881" y="3025"/>
                  </a:cubicBezTo>
                  <a:cubicBezTo>
                    <a:pt x="13922" y="1364"/>
                    <a:pt x="12600" y="1"/>
                    <a:pt x="10939"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56"/>
            <p:cNvSpPr/>
            <p:nvPr/>
          </p:nvSpPr>
          <p:spPr>
            <a:xfrm>
              <a:off x="1829738" y="3888050"/>
              <a:ext cx="69475" cy="97325"/>
            </a:xfrm>
            <a:custGeom>
              <a:avLst/>
              <a:gdLst/>
              <a:ahLst/>
              <a:cxnLst/>
              <a:rect l="l" t="t" r="r" b="b"/>
              <a:pathLst>
                <a:path w="2779" h="3893" extrusionOk="0">
                  <a:moveTo>
                    <a:pt x="311" y="1"/>
                  </a:moveTo>
                  <a:cubicBezTo>
                    <a:pt x="293" y="1"/>
                    <a:pt x="275" y="3"/>
                    <a:pt x="256" y="7"/>
                  </a:cubicBezTo>
                  <a:cubicBezTo>
                    <a:pt x="82" y="48"/>
                    <a:pt x="0" y="181"/>
                    <a:pt x="0" y="304"/>
                  </a:cubicBezTo>
                  <a:lnTo>
                    <a:pt x="0" y="3595"/>
                  </a:lnTo>
                  <a:cubicBezTo>
                    <a:pt x="0" y="3677"/>
                    <a:pt x="41" y="3769"/>
                    <a:pt x="123" y="3810"/>
                  </a:cubicBezTo>
                  <a:cubicBezTo>
                    <a:pt x="174" y="3851"/>
                    <a:pt x="215" y="3892"/>
                    <a:pt x="297" y="3892"/>
                  </a:cubicBezTo>
                  <a:cubicBezTo>
                    <a:pt x="338" y="3892"/>
                    <a:pt x="431" y="3851"/>
                    <a:pt x="472" y="3810"/>
                  </a:cubicBezTo>
                  <a:lnTo>
                    <a:pt x="1363" y="3083"/>
                  </a:lnTo>
                  <a:lnTo>
                    <a:pt x="2307" y="3810"/>
                  </a:lnTo>
                  <a:cubicBezTo>
                    <a:pt x="2348" y="3851"/>
                    <a:pt x="2412" y="3872"/>
                    <a:pt x="2476" y="3872"/>
                  </a:cubicBezTo>
                  <a:cubicBezTo>
                    <a:pt x="2540" y="3872"/>
                    <a:pt x="2604" y="3851"/>
                    <a:pt x="2645" y="3810"/>
                  </a:cubicBezTo>
                  <a:cubicBezTo>
                    <a:pt x="2737" y="3769"/>
                    <a:pt x="2778" y="3677"/>
                    <a:pt x="2778" y="3595"/>
                  </a:cubicBezTo>
                  <a:lnTo>
                    <a:pt x="2778" y="304"/>
                  </a:lnTo>
                  <a:cubicBezTo>
                    <a:pt x="2778" y="148"/>
                    <a:pt x="2639" y="1"/>
                    <a:pt x="2484" y="1"/>
                  </a:cubicBezTo>
                  <a:cubicBezTo>
                    <a:pt x="2466" y="1"/>
                    <a:pt x="2448" y="3"/>
                    <a:pt x="2430" y="7"/>
                  </a:cubicBezTo>
                  <a:cubicBezTo>
                    <a:pt x="2266" y="48"/>
                    <a:pt x="2173" y="181"/>
                    <a:pt x="2173" y="304"/>
                  </a:cubicBezTo>
                  <a:lnTo>
                    <a:pt x="2173" y="2949"/>
                  </a:lnTo>
                  <a:lnTo>
                    <a:pt x="1579" y="2488"/>
                  </a:lnTo>
                  <a:cubicBezTo>
                    <a:pt x="1517" y="2442"/>
                    <a:pt x="1453" y="2419"/>
                    <a:pt x="1389" y="2419"/>
                  </a:cubicBezTo>
                  <a:cubicBezTo>
                    <a:pt x="1325" y="2419"/>
                    <a:pt x="1261" y="2442"/>
                    <a:pt x="1199" y="2488"/>
                  </a:cubicBezTo>
                  <a:lnTo>
                    <a:pt x="595" y="2949"/>
                  </a:lnTo>
                  <a:lnTo>
                    <a:pt x="595" y="304"/>
                  </a:lnTo>
                  <a:cubicBezTo>
                    <a:pt x="595" y="148"/>
                    <a:pt x="463" y="1"/>
                    <a:pt x="311" y="1"/>
                  </a:cubicBez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8" name="Google Shape;778;p56"/>
          <p:cNvGrpSpPr/>
          <p:nvPr/>
        </p:nvGrpSpPr>
        <p:grpSpPr>
          <a:xfrm>
            <a:off x="3122953" y="1376965"/>
            <a:ext cx="343700" cy="345000"/>
            <a:chOff x="1751813" y="2520150"/>
            <a:chExt cx="343700" cy="345000"/>
          </a:xfrm>
        </p:grpSpPr>
        <p:sp>
          <p:nvSpPr>
            <p:cNvPr id="779" name="Google Shape;779;p56"/>
            <p:cNvSpPr/>
            <p:nvPr/>
          </p:nvSpPr>
          <p:spPr>
            <a:xfrm>
              <a:off x="1949413" y="2527850"/>
              <a:ext cx="14900" cy="328850"/>
            </a:xfrm>
            <a:custGeom>
              <a:avLst/>
              <a:gdLst/>
              <a:ahLst/>
              <a:cxnLst/>
              <a:rect l="l" t="t" r="r" b="b"/>
              <a:pathLst>
                <a:path w="596" h="13154" extrusionOk="0">
                  <a:moveTo>
                    <a:pt x="0" y="0"/>
                  </a:moveTo>
                  <a:lnTo>
                    <a:pt x="0" y="13153"/>
                  </a:lnTo>
                  <a:lnTo>
                    <a:pt x="595" y="13153"/>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56"/>
            <p:cNvSpPr/>
            <p:nvPr/>
          </p:nvSpPr>
          <p:spPr>
            <a:xfrm>
              <a:off x="1905588" y="2527850"/>
              <a:ext cx="14900" cy="329875"/>
            </a:xfrm>
            <a:custGeom>
              <a:avLst/>
              <a:gdLst/>
              <a:ahLst/>
              <a:cxnLst/>
              <a:rect l="l" t="t" r="r" b="b"/>
              <a:pathLst>
                <a:path w="596" h="13195" extrusionOk="0">
                  <a:moveTo>
                    <a:pt x="0" y="0"/>
                  </a:moveTo>
                  <a:lnTo>
                    <a:pt x="0" y="13194"/>
                  </a:lnTo>
                  <a:lnTo>
                    <a:pt x="595" y="13194"/>
                  </a:lnTo>
                  <a:lnTo>
                    <a:pt x="595"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56"/>
            <p:cNvSpPr/>
            <p:nvPr/>
          </p:nvSpPr>
          <p:spPr>
            <a:xfrm>
              <a:off x="2044238" y="2575775"/>
              <a:ext cx="43850" cy="14900"/>
            </a:xfrm>
            <a:custGeom>
              <a:avLst/>
              <a:gdLst/>
              <a:ahLst/>
              <a:cxnLst/>
              <a:rect l="l" t="t" r="r" b="b"/>
              <a:pathLst>
                <a:path w="1754" h="596" extrusionOk="0">
                  <a:moveTo>
                    <a:pt x="1" y="0"/>
                  </a:moveTo>
                  <a:lnTo>
                    <a:pt x="1" y="595"/>
                  </a:lnTo>
                  <a:lnTo>
                    <a:pt x="1754" y="595"/>
                  </a:lnTo>
                  <a:lnTo>
                    <a:pt x="1754"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56"/>
            <p:cNvSpPr/>
            <p:nvPr/>
          </p:nvSpPr>
          <p:spPr>
            <a:xfrm>
              <a:off x="1751813" y="2520150"/>
              <a:ext cx="256325" cy="345000"/>
            </a:xfrm>
            <a:custGeom>
              <a:avLst/>
              <a:gdLst/>
              <a:ahLst/>
              <a:cxnLst/>
              <a:rect l="l" t="t" r="r" b="b"/>
              <a:pathLst>
                <a:path w="10253" h="13800" extrusionOk="0">
                  <a:moveTo>
                    <a:pt x="9135" y="606"/>
                  </a:moveTo>
                  <a:cubicBezTo>
                    <a:pt x="9442" y="606"/>
                    <a:pt x="9647" y="862"/>
                    <a:pt x="9647" y="1118"/>
                  </a:cubicBezTo>
                  <a:lnTo>
                    <a:pt x="9647" y="12692"/>
                  </a:lnTo>
                  <a:cubicBezTo>
                    <a:pt x="9647" y="12990"/>
                    <a:pt x="9442" y="13205"/>
                    <a:pt x="9135" y="13205"/>
                  </a:cubicBezTo>
                  <a:lnTo>
                    <a:pt x="595" y="13205"/>
                  </a:lnTo>
                  <a:lnTo>
                    <a:pt x="595" y="606"/>
                  </a:lnTo>
                  <a:close/>
                  <a:moveTo>
                    <a:pt x="298" y="1"/>
                  </a:moveTo>
                  <a:cubicBezTo>
                    <a:pt x="124" y="1"/>
                    <a:pt x="1" y="134"/>
                    <a:pt x="1" y="308"/>
                  </a:cubicBezTo>
                  <a:lnTo>
                    <a:pt x="1" y="13502"/>
                  </a:lnTo>
                  <a:cubicBezTo>
                    <a:pt x="1" y="13676"/>
                    <a:pt x="124" y="13799"/>
                    <a:pt x="298" y="13799"/>
                  </a:cubicBezTo>
                  <a:lnTo>
                    <a:pt x="9135" y="13799"/>
                  </a:lnTo>
                  <a:cubicBezTo>
                    <a:pt x="9740" y="13799"/>
                    <a:pt x="10252" y="13287"/>
                    <a:pt x="10252" y="12692"/>
                  </a:cubicBezTo>
                  <a:lnTo>
                    <a:pt x="10252" y="1118"/>
                  </a:lnTo>
                  <a:cubicBezTo>
                    <a:pt x="10252" y="513"/>
                    <a:pt x="9740" y="1"/>
                    <a:pt x="9135"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56"/>
            <p:cNvSpPr/>
            <p:nvPr/>
          </p:nvSpPr>
          <p:spPr>
            <a:xfrm>
              <a:off x="2036813" y="2521350"/>
              <a:ext cx="58700" cy="343800"/>
            </a:xfrm>
            <a:custGeom>
              <a:avLst/>
              <a:gdLst/>
              <a:ahLst/>
              <a:cxnLst/>
              <a:rect l="l" t="t" r="r" b="b"/>
              <a:pathLst>
                <a:path w="2348" h="13752" extrusionOk="0">
                  <a:moveTo>
                    <a:pt x="1170" y="594"/>
                  </a:moveTo>
                  <a:cubicBezTo>
                    <a:pt x="1193" y="594"/>
                    <a:pt x="1217" y="596"/>
                    <a:pt x="1241" y="599"/>
                  </a:cubicBezTo>
                  <a:cubicBezTo>
                    <a:pt x="1538" y="599"/>
                    <a:pt x="1753" y="855"/>
                    <a:pt x="1753" y="1152"/>
                  </a:cubicBezTo>
                  <a:lnTo>
                    <a:pt x="1753" y="12214"/>
                  </a:lnTo>
                  <a:lnTo>
                    <a:pt x="1159" y="12942"/>
                  </a:lnTo>
                  <a:lnTo>
                    <a:pt x="605" y="12214"/>
                  </a:lnTo>
                  <a:lnTo>
                    <a:pt x="605" y="1152"/>
                  </a:lnTo>
                  <a:cubicBezTo>
                    <a:pt x="605" y="838"/>
                    <a:pt x="862" y="594"/>
                    <a:pt x="1170" y="594"/>
                  </a:cubicBezTo>
                  <a:close/>
                  <a:moveTo>
                    <a:pt x="1211" y="1"/>
                  </a:moveTo>
                  <a:cubicBezTo>
                    <a:pt x="1180" y="1"/>
                    <a:pt x="1149" y="2"/>
                    <a:pt x="1118" y="4"/>
                  </a:cubicBezTo>
                  <a:cubicBezTo>
                    <a:pt x="472" y="4"/>
                    <a:pt x="0" y="517"/>
                    <a:pt x="0" y="1152"/>
                  </a:cubicBezTo>
                  <a:lnTo>
                    <a:pt x="0" y="12347"/>
                  </a:lnTo>
                  <a:cubicBezTo>
                    <a:pt x="0" y="12388"/>
                    <a:pt x="0" y="12470"/>
                    <a:pt x="41" y="12511"/>
                  </a:cubicBezTo>
                  <a:lnTo>
                    <a:pt x="943" y="13628"/>
                  </a:lnTo>
                  <a:cubicBezTo>
                    <a:pt x="984" y="13710"/>
                    <a:pt x="1066" y="13751"/>
                    <a:pt x="1159" y="13751"/>
                  </a:cubicBezTo>
                  <a:cubicBezTo>
                    <a:pt x="1241" y="13751"/>
                    <a:pt x="1323" y="13710"/>
                    <a:pt x="1415" y="13628"/>
                  </a:cubicBezTo>
                  <a:lnTo>
                    <a:pt x="2266" y="12511"/>
                  </a:lnTo>
                  <a:cubicBezTo>
                    <a:pt x="2307" y="12470"/>
                    <a:pt x="2348" y="12388"/>
                    <a:pt x="2348" y="12347"/>
                  </a:cubicBezTo>
                  <a:lnTo>
                    <a:pt x="2348" y="1152"/>
                  </a:lnTo>
                  <a:cubicBezTo>
                    <a:pt x="2348" y="497"/>
                    <a:pt x="1844" y="1"/>
                    <a:pt x="1211"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6"/>
            <p:cNvSpPr/>
            <p:nvPr/>
          </p:nvSpPr>
          <p:spPr>
            <a:xfrm>
              <a:off x="1795638" y="2565000"/>
              <a:ext cx="70500" cy="15150"/>
            </a:xfrm>
            <a:custGeom>
              <a:avLst/>
              <a:gdLst/>
              <a:ahLst/>
              <a:cxnLst/>
              <a:rect l="l" t="t" r="r" b="b"/>
              <a:pathLst>
                <a:path w="2820" h="606" extrusionOk="0">
                  <a:moveTo>
                    <a:pt x="339" y="1"/>
                  </a:moveTo>
                  <a:cubicBezTo>
                    <a:pt x="124" y="1"/>
                    <a:pt x="1" y="175"/>
                    <a:pt x="42" y="349"/>
                  </a:cubicBezTo>
                  <a:cubicBezTo>
                    <a:pt x="42" y="472"/>
                    <a:pt x="165" y="606"/>
                    <a:pt x="339" y="606"/>
                  </a:cubicBezTo>
                  <a:lnTo>
                    <a:pt x="2512" y="606"/>
                  </a:lnTo>
                  <a:cubicBezTo>
                    <a:pt x="2686" y="606"/>
                    <a:pt x="2820" y="431"/>
                    <a:pt x="2820" y="257"/>
                  </a:cubicBezTo>
                  <a:cubicBezTo>
                    <a:pt x="2769" y="93"/>
                    <a:pt x="2645" y="1"/>
                    <a:pt x="2512"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56"/>
            <p:cNvSpPr/>
            <p:nvPr/>
          </p:nvSpPr>
          <p:spPr>
            <a:xfrm>
              <a:off x="1795638" y="2608825"/>
              <a:ext cx="48975" cy="15150"/>
            </a:xfrm>
            <a:custGeom>
              <a:avLst/>
              <a:gdLst/>
              <a:ahLst/>
              <a:cxnLst/>
              <a:rect l="l" t="t" r="r" b="b"/>
              <a:pathLst>
                <a:path w="1959" h="606" extrusionOk="0">
                  <a:moveTo>
                    <a:pt x="339" y="1"/>
                  </a:moveTo>
                  <a:cubicBezTo>
                    <a:pt x="124" y="1"/>
                    <a:pt x="1" y="175"/>
                    <a:pt x="42" y="349"/>
                  </a:cubicBezTo>
                  <a:cubicBezTo>
                    <a:pt x="42" y="472"/>
                    <a:pt x="165" y="606"/>
                    <a:pt x="339" y="606"/>
                  </a:cubicBezTo>
                  <a:lnTo>
                    <a:pt x="1620" y="606"/>
                  </a:lnTo>
                  <a:cubicBezTo>
                    <a:pt x="1795" y="606"/>
                    <a:pt x="1959" y="431"/>
                    <a:pt x="1918" y="257"/>
                  </a:cubicBezTo>
                  <a:cubicBezTo>
                    <a:pt x="1918" y="93"/>
                    <a:pt x="1743" y="1"/>
                    <a:pt x="1620" y="1"/>
                  </a:cubicBez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56;p60">
            <a:extLst>
              <a:ext uri="{FF2B5EF4-FFF2-40B4-BE49-F238E27FC236}">
                <a16:creationId xmlns:a16="http://schemas.microsoft.com/office/drawing/2014/main" id="{CE0A6BE6-8DC0-0790-A47F-7705801E2732}"/>
              </a:ext>
            </a:extLst>
          </p:cNvPr>
          <p:cNvSpPr txBox="1">
            <a:spLocks/>
          </p:cNvSpPr>
          <p:nvPr/>
        </p:nvSpPr>
        <p:spPr>
          <a:xfrm>
            <a:off x="1094263" y="778325"/>
            <a:ext cx="4448100" cy="10587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5800" dirty="0">
                <a:solidFill>
                  <a:schemeClr val="dk1"/>
                </a:solidFill>
                <a:latin typeface="Figtree Black"/>
                <a:sym typeface="Figtree Black"/>
              </a:rPr>
              <a:t>Thanks!</a:t>
            </a:r>
          </a:p>
        </p:txBody>
      </p:sp>
      <p:sp>
        <p:nvSpPr>
          <p:cNvPr id="3" name="Google Shape;857;p60">
            <a:extLst>
              <a:ext uri="{FF2B5EF4-FFF2-40B4-BE49-F238E27FC236}">
                <a16:creationId xmlns:a16="http://schemas.microsoft.com/office/drawing/2014/main" id="{1C57FE33-99B6-EF94-CFEF-E30BB761FC80}"/>
              </a:ext>
            </a:extLst>
          </p:cNvPr>
          <p:cNvSpPr txBox="1">
            <a:spLocks/>
          </p:cNvSpPr>
          <p:nvPr/>
        </p:nvSpPr>
        <p:spPr>
          <a:xfrm>
            <a:off x="1117085" y="1651512"/>
            <a:ext cx="4448100" cy="1224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chemeClr val="dk1"/>
                </a:solidFill>
                <a:latin typeface="Hanken Grotesk"/>
                <a:sym typeface="Hanken Grotesk"/>
              </a:rPr>
              <a:t>Do you have any questions?</a:t>
            </a:r>
          </a:p>
        </p:txBody>
      </p:sp>
      <p:sp>
        <p:nvSpPr>
          <p:cNvPr id="16" name="Google Shape;290;p33">
            <a:extLst>
              <a:ext uri="{FF2B5EF4-FFF2-40B4-BE49-F238E27FC236}">
                <a16:creationId xmlns:a16="http://schemas.microsoft.com/office/drawing/2014/main" id="{4C49F152-6EEA-9F73-DBB2-19073CC96AE4}"/>
              </a:ext>
            </a:extLst>
          </p:cNvPr>
          <p:cNvSpPr txBox="1">
            <a:spLocks/>
          </p:cNvSpPr>
          <p:nvPr/>
        </p:nvSpPr>
        <p:spPr>
          <a:xfrm>
            <a:off x="1087125" y="3299460"/>
            <a:ext cx="5897400" cy="113538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b="1" dirty="0">
                <a:latin typeface="Hanken Grotesk"/>
                <a:ea typeface="Hanken Grotesk"/>
                <a:cs typeface="Hanken Grotesk"/>
                <a:sym typeface="Hanken Grotesk"/>
              </a:rPr>
              <a:t>Presenter,</a:t>
            </a:r>
            <a:br>
              <a:rPr lang="en" dirty="0">
                <a:latin typeface="Hanken Grotesk"/>
                <a:ea typeface="Hanken Grotesk"/>
                <a:cs typeface="Hanken Grotesk"/>
                <a:sym typeface="Hanken Grotesk"/>
              </a:rPr>
            </a:br>
            <a:r>
              <a:rPr lang="en-US" dirty="0"/>
              <a:t>Sujit Koirala</a:t>
            </a:r>
          </a:p>
          <a:p>
            <a:r>
              <a:rPr lang="en-US" dirty="0"/>
              <a:t>Department of Electrical Engineering</a:t>
            </a:r>
          </a:p>
          <a:p>
            <a:r>
              <a:rPr lang="en-US" dirty="0"/>
              <a:t>Masters Of Science In Power System Engineering</a:t>
            </a:r>
          </a:p>
          <a:p>
            <a:r>
              <a:rPr lang="en-US" dirty="0"/>
              <a:t>Institute Of Engineering </a:t>
            </a:r>
            <a:r>
              <a:rPr lang="en-US" dirty="0" err="1"/>
              <a:t>Pulchowk</a:t>
            </a:r>
            <a:r>
              <a:rPr lang="en-US" dirty="0"/>
              <a:t> Campus</a:t>
            </a:r>
          </a:p>
          <a:p>
            <a:r>
              <a:rPr lang="en-US" dirty="0"/>
              <a:t> </a:t>
            </a:r>
          </a:p>
        </p:txBody>
      </p:sp>
      <p:sp>
        <p:nvSpPr>
          <p:cNvPr id="17" name="Google Shape;289;p33">
            <a:extLst>
              <a:ext uri="{FF2B5EF4-FFF2-40B4-BE49-F238E27FC236}">
                <a16:creationId xmlns:a16="http://schemas.microsoft.com/office/drawing/2014/main" id="{A6B477BB-B873-E4AD-723D-212EB5450693}"/>
              </a:ext>
            </a:extLst>
          </p:cNvPr>
          <p:cNvSpPr txBox="1">
            <a:spLocks/>
          </p:cNvSpPr>
          <p:nvPr/>
        </p:nvSpPr>
        <p:spPr>
          <a:xfrm>
            <a:off x="1087125" y="2710212"/>
            <a:ext cx="5897400" cy="48866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dirty="0"/>
              <a:t>SHORT-TERM ELECTRICAL LOAD FORECASTING FOR LEKHNATH FEEDER USING MACHINE AND DEEP LEARNING MODELS</a:t>
            </a:r>
          </a:p>
        </p:txBody>
      </p:sp>
      <p:pic>
        <p:nvPicPr>
          <p:cNvPr id="18" name="Picture 2" descr="Tribhuvan University - Wikipedia">
            <a:extLst>
              <a:ext uri="{FF2B5EF4-FFF2-40B4-BE49-F238E27FC236}">
                <a16:creationId xmlns:a16="http://schemas.microsoft.com/office/drawing/2014/main" id="{70770668-538E-AF32-7110-63AA6438EC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3701" y="3893820"/>
            <a:ext cx="515902"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7113772"/>
      </p:ext>
    </p:extLst>
  </p:cSld>
  <p:clrMapOvr>
    <a:masterClrMapping/>
  </p:clrMapOvr>
</p:sld>
</file>

<file path=ppt/theme/theme1.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597</Words>
  <Application>Microsoft Office PowerPoint</Application>
  <PresentationFormat>On-screen Show (16:9)</PresentationFormat>
  <Paragraphs>91</Paragraphs>
  <Slides>19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Figtree Black</vt:lpstr>
      <vt:lpstr>Hanken Grotesk</vt:lpstr>
      <vt:lpstr>Lato</vt:lpstr>
      <vt:lpstr>Elegant Black &amp; White Thesis Defense by Slidesgo</vt:lpstr>
      <vt:lpstr>SHORT-TERM ELECTRICAL LOAD FORECASTING FOR LEKHNATH FEEDER USING MACHINE AND DEEP LEARNING MODELS</vt:lpstr>
      <vt:lpstr>Introduction</vt:lpstr>
      <vt:lpstr>Problem Statement</vt:lpstr>
      <vt:lpstr>Objectives</vt:lpstr>
      <vt:lpstr>Methodology</vt:lpstr>
      <vt:lpstr>Methodology</vt:lpstr>
      <vt:lpstr>Methodology</vt:lpstr>
      <vt:lpstr>Methodology</vt:lpstr>
      <vt:lpstr>Methodology</vt:lpstr>
      <vt:lpstr>Methodology</vt:lpstr>
      <vt:lpstr>Methodology</vt:lpstr>
      <vt:lpstr>Methodology</vt:lpstr>
      <vt:lpstr>Methodology</vt:lpstr>
      <vt:lpstr>PowerPoint Presentation</vt:lpstr>
      <vt:lpstr>PowerPoint Presentation</vt:lpstr>
      <vt:lpstr>PowerPoint Presentation</vt:lpstr>
      <vt:lpstr>PowerPoint Presentation</vt:lpstr>
      <vt:lpstr>Future Plan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Ashish Gupta</cp:lastModifiedBy>
  <cp:revision>4</cp:revision>
  <dcterms:modified xsi:type="dcterms:W3CDTF">2025-11-27T16:48:41Z</dcterms:modified>
</cp:coreProperties>
</file>