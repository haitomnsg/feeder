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79" r:id="rId1"/>
  </p:sldMasterIdLst>
  <p:notesMasterIdLst>
    <p:notesMasterId r:id="rId26"/>
  </p:notesMasterIdLst>
  <p:sldIdLst>
    <p:sldId id="256" r:id="rId2"/>
    <p:sldId id="258" r:id="rId3"/>
    <p:sldId id="259" r:id="rId4"/>
    <p:sldId id="308" r:id="rId5"/>
    <p:sldId id="309" r:id="rId6"/>
    <p:sldId id="261" r:id="rId7"/>
    <p:sldId id="310" r:id="rId8"/>
    <p:sldId id="319" r:id="rId9"/>
    <p:sldId id="315" r:id="rId10"/>
    <p:sldId id="316" r:id="rId11"/>
    <p:sldId id="317" r:id="rId12"/>
    <p:sldId id="318" r:id="rId13"/>
    <p:sldId id="321" r:id="rId14"/>
    <p:sldId id="322" r:id="rId15"/>
    <p:sldId id="323" r:id="rId16"/>
    <p:sldId id="326" r:id="rId17"/>
    <p:sldId id="324" r:id="rId18"/>
    <p:sldId id="325" r:id="rId19"/>
    <p:sldId id="327" r:id="rId20"/>
    <p:sldId id="329" r:id="rId21"/>
    <p:sldId id="330" r:id="rId22"/>
    <p:sldId id="332" r:id="rId23"/>
    <p:sldId id="331" r:id="rId24"/>
    <p:sldId id="271" r:id="rId25"/>
  </p:sldIdLst>
  <p:sldSz cx="9144000" cy="5143500" type="screen16x9"/>
  <p:notesSz cx="6858000" cy="9144000"/>
  <p:embeddedFontLst>
    <p:embeddedFont>
      <p:font typeface="Figtree Black" panose="020B0604020202020204" charset="0"/>
      <p:bold r:id="rId27"/>
      <p:boldItalic r:id="rId28"/>
    </p:embeddedFont>
    <p:embeddedFont>
      <p:font typeface="Hanken Grotesk" panose="020B0604020202020204" charset="0"/>
      <p:regular r:id="rId29"/>
      <p:bold r:id="rId30"/>
      <p:italic r:id="rId31"/>
      <p:boldItalic r:id="rId32"/>
    </p:embeddedFont>
    <p:embeddedFont>
      <p:font typeface="Lato" panose="020F0502020204030203" pitchFamily="34" charset="0"/>
      <p:regular r:id="rId33"/>
      <p:bold r:id="rId34"/>
      <p:italic r:id="rId35"/>
      <p:boldItalic r:id="rId36"/>
    </p:embeddedFont>
    <p:embeddedFont>
      <p:font typeface="Nunito Light" pitchFamily="2" charset="0"/>
      <p:regular r:id="rId37"/>
      <p:italic r:id="rId3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E67C124C-4383-4433-BF00-F876295D7A82}">
  <a:tblStyle styleId="{E67C124C-4383-4433-BF00-F876295D7A82}"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3" d="100"/>
          <a:sy n="103" d="100"/>
        </p:scale>
        <p:origin x="874" y="77"/>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font" Target="fonts/font8.fntdata"/><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3.fntdata"/><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6.fntdata"/><Relationship Id="rId37" Type="http://schemas.openxmlformats.org/officeDocument/2006/relationships/font" Target="fonts/font11.fntdata"/><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2.fntdata"/><Relationship Id="rId36" Type="http://schemas.openxmlformats.org/officeDocument/2006/relationships/font" Target="fonts/font10.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5.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1.fntdata"/><Relationship Id="rId30" Type="http://schemas.openxmlformats.org/officeDocument/2006/relationships/font" Target="fonts/font4.fntdata"/><Relationship Id="rId35" Type="http://schemas.openxmlformats.org/officeDocument/2006/relationships/font" Target="fonts/font9.fntdata"/><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7.fntdata"/><Relationship Id="rId38" Type="http://schemas.openxmlformats.org/officeDocument/2006/relationships/font" Target="fonts/font12.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5"/>
        <p:cNvGrpSpPr/>
        <p:nvPr/>
      </p:nvGrpSpPr>
      <p:grpSpPr>
        <a:xfrm>
          <a:off x="0" y="0"/>
          <a:ext cx="0" cy="0"/>
          <a:chOff x="0" y="0"/>
          <a:chExt cx="0" cy="0"/>
        </a:xfrm>
      </p:grpSpPr>
      <p:sp>
        <p:nvSpPr>
          <p:cNvPr id="286" name="Google Shape;286;g2768ca7ef44_0_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7" name="Google Shape;287;g2768ca7ef44_0_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
        <p:cNvGrpSpPr/>
        <p:nvPr/>
      </p:nvGrpSpPr>
      <p:grpSpPr>
        <a:xfrm>
          <a:off x="0" y="0"/>
          <a:ext cx="0" cy="0"/>
          <a:chOff x="0" y="0"/>
          <a:chExt cx="0" cy="0"/>
        </a:xfrm>
      </p:grpSpPr>
      <p:sp>
        <p:nvSpPr>
          <p:cNvPr id="301" name="Google Shape;301;g2768bdccc6f_2_1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2" name="Google Shape;302;g2768bdccc6f_2_1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5"/>
        <p:cNvGrpSpPr/>
        <p:nvPr/>
      </p:nvGrpSpPr>
      <p:grpSpPr>
        <a:xfrm>
          <a:off x="0" y="0"/>
          <a:ext cx="0" cy="0"/>
          <a:chOff x="0" y="0"/>
          <a:chExt cx="0" cy="0"/>
        </a:xfrm>
      </p:grpSpPr>
      <p:sp>
        <p:nvSpPr>
          <p:cNvPr id="326" name="Google Shape;326;g2161ca7da69_2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7" name="Google Shape;327;g2161ca7da69_2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2"/>
        <p:cNvGrpSpPr/>
        <p:nvPr/>
      </p:nvGrpSpPr>
      <p:grpSpPr>
        <a:xfrm>
          <a:off x="0" y="0"/>
          <a:ext cx="0" cy="0"/>
          <a:chOff x="0" y="0"/>
          <a:chExt cx="0" cy="0"/>
        </a:xfrm>
      </p:grpSpPr>
      <p:sp>
        <p:nvSpPr>
          <p:cNvPr id="333" name="Google Shape;333;g133f6155f6d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4" name="Google Shape;334;g133f6155f6d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0"/>
        <p:cNvGrpSpPr/>
        <p:nvPr/>
      </p:nvGrpSpPr>
      <p:grpSpPr>
        <a:xfrm>
          <a:off x="0" y="0"/>
          <a:ext cx="0" cy="0"/>
          <a:chOff x="0" y="0"/>
          <a:chExt cx="0" cy="0"/>
        </a:xfrm>
      </p:grpSpPr>
      <p:sp>
        <p:nvSpPr>
          <p:cNvPr id="371" name="Google Shape;371;ged9256fe6f_0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2" name="Google Shape;372;ged9256fe6f_0_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0"/>
        <p:cNvGrpSpPr/>
        <p:nvPr/>
      </p:nvGrpSpPr>
      <p:grpSpPr>
        <a:xfrm>
          <a:off x="0" y="0"/>
          <a:ext cx="0" cy="0"/>
          <a:chOff x="0" y="0"/>
          <a:chExt cx="0" cy="0"/>
        </a:xfrm>
      </p:grpSpPr>
      <p:sp>
        <p:nvSpPr>
          <p:cNvPr id="371" name="Google Shape;371;ged9256fe6f_0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2" name="Google Shape;372;ged9256fe6f_0_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7794892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0"/>
        <p:cNvGrpSpPr/>
        <p:nvPr/>
      </p:nvGrpSpPr>
      <p:grpSpPr>
        <a:xfrm>
          <a:off x="0" y="0"/>
          <a:ext cx="0" cy="0"/>
          <a:chOff x="0" y="0"/>
          <a:chExt cx="0" cy="0"/>
        </a:xfrm>
      </p:grpSpPr>
      <p:sp>
        <p:nvSpPr>
          <p:cNvPr id="371" name="Google Shape;371;ged9256fe6f_0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2" name="Google Shape;372;ged9256fe6f_0_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4304302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1"/>
        <p:cNvGrpSpPr/>
        <p:nvPr/>
      </p:nvGrpSpPr>
      <p:grpSpPr>
        <a:xfrm>
          <a:off x="0" y="0"/>
          <a:ext cx="0" cy="0"/>
          <a:chOff x="0" y="0"/>
          <a:chExt cx="0" cy="0"/>
        </a:xfrm>
      </p:grpSpPr>
      <p:sp>
        <p:nvSpPr>
          <p:cNvPr id="592" name="Google Shape;592;g54dda1946d_6_3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3" name="Google Shape;593;g54dda1946d_6_3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742D4C-8EE3-A6AD-C65B-D0A5C91936EF}"/>
              </a:ext>
            </a:extLst>
          </p:cNvPr>
          <p:cNvSpPr>
            <a:spLocks noGrp="1"/>
          </p:cNvSpPr>
          <p:nvPr>
            <p:ph type="ctrTitle"/>
          </p:nvPr>
        </p:nvSpPr>
        <p:spPr>
          <a:xfrm>
            <a:off x="1143000" y="841772"/>
            <a:ext cx="6858000" cy="1790700"/>
          </a:xfrm>
        </p:spPr>
        <p:txBody>
          <a:bodyPr anchor="b"/>
          <a:lstStyle>
            <a:lvl1pPr algn="ctr">
              <a:defRPr sz="4500"/>
            </a:lvl1pPr>
          </a:lstStyle>
          <a:p>
            <a:r>
              <a:rPr lang="en-US"/>
              <a:t>Click to edit Master title style</a:t>
            </a:r>
          </a:p>
        </p:txBody>
      </p:sp>
      <p:sp>
        <p:nvSpPr>
          <p:cNvPr id="3" name="Subtitle 2">
            <a:extLst>
              <a:ext uri="{FF2B5EF4-FFF2-40B4-BE49-F238E27FC236}">
                <a16:creationId xmlns:a16="http://schemas.microsoft.com/office/drawing/2014/main" id="{C90E6170-FDA2-E36B-152A-4C6382710C01}"/>
              </a:ext>
            </a:extLst>
          </p:cNvPr>
          <p:cNvSpPr>
            <a:spLocks noGrp="1"/>
          </p:cNvSpPr>
          <p:nvPr>
            <p:ph type="subTitle" idx="1"/>
          </p:nvPr>
        </p:nvSpPr>
        <p:spPr>
          <a:xfrm>
            <a:off x="1143000" y="2701528"/>
            <a:ext cx="6858000" cy="124182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a:extLst>
              <a:ext uri="{FF2B5EF4-FFF2-40B4-BE49-F238E27FC236}">
                <a16:creationId xmlns:a16="http://schemas.microsoft.com/office/drawing/2014/main" id="{05A223DB-3045-E4BD-767C-44FB4FAA9BFA}"/>
              </a:ext>
            </a:extLst>
          </p:cNvPr>
          <p:cNvSpPr>
            <a:spLocks noGrp="1"/>
          </p:cNvSpPr>
          <p:nvPr>
            <p:ph type="dt" sz="half" idx="10"/>
          </p:nvPr>
        </p:nvSpPr>
        <p:spPr/>
        <p:txBody>
          <a:bodyPr/>
          <a:lstStyle/>
          <a:p>
            <a:fld id="{1A90A598-0175-4F4C-B315-95405EC9EDA1}" type="datetimeFigureOut">
              <a:rPr lang="en-US" smtClean="0"/>
              <a:t>12/4/2025</a:t>
            </a:fld>
            <a:endParaRPr lang="en-US"/>
          </a:p>
        </p:txBody>
      </p:sp>
      <p:sp>
        <p:nvSpPr>
          <p:cNvPr id="5" name="Footer Placeholder 4">
            <a:extLst>
              <a:ext uri="{FF2B5EF4-FFF2-40B4-BE49-F238E27FC236}">
                <a16:creationId xmlns:a16="http://schemas.microsoft.com/office/drawing/2014/main" id="{8B45DC75-E4B3-2082-BB2C-B7EE198F177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C6D67A1-13C4-9CCC-6EB5-E57F712F890B}"/>
              </a:ext>
            </a:extLst>
          </p:cNvPr>
          <p:cNvSpPr>
            <a:spLocks noGrp="1"/>
          </p:cNvSpPr>
          <p:nvPr>
            <p:ph type="sldNum" sz="quarter" idx="12"/>
          </p:nvPr>
        </p:nvSpPr>
        <p:spPr/>
        <p:txBody>
          <a:bodyPr/>
          <a:lstStyle/>
          <a:p>
            <a:fld id="{72306B76-16F9-4795-AD14-3B8AE7C42EDF}" type="slidenum">
              <a:rPr lang="en-US" smtClean="0"/>
              <a:t>‹#›</a:t>
            </a:fld>
            <a:endParaRPr lang="en-US"/>
          </a:p>
        </p:txBody>
      </p:sp>
    </p:spTree>
    <p:extLst>
      <p:ext uri="{BB962C8B-B14F-4D97-AF65-F5344CB8AC3E}">
        <p14:creationId xmlns:p14="http://schemas.microsoft.com/office/powerpoint/2010/main" val="32451367"/>
      </p:ext>
    </p:extLst>
  </p:cSld>
  <p:clrMapOvr>
    <a:masterClrMapping/>
  </p:clrMapOvr>
  <p:hf hdr="0" ftr="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C3A5F3-DE4E-BA6C-5A8E-ADD556B69AF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6A38B5F-B404-F4DF-8D76-64E55E6F905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1BE3024-D6E7-683B-7EBD-FFC670564E5F}"/>
              </a:ext>
            </a:extLst>
          </p:cNvPr>
          <p:cNvSpPr>
            <a:spLocks noGrp="1"/>
          </p:cNvSpPr>
          <p:nvPr>
            <p:ph type="dt" sz="half" idx="10"/>
          </p:nvPr>
        </p:nvSpPr>
        <p:spPr/>
        <p:txBody>
          <a:bodyPr/>
          <a:lstStyle/>
          <a:p>
            <a:fld id="{1A90A598-0175-4F4C-B315-95405EC9EDA1}" type="datetimeFigureOut">
              <a:rPr lang="en-US" smtClean="0"/>
              <a:t>12/4/2025</a:t>
            </a:fld>
            <a:endParaRPr lang="en-US"/>
          </a:p>
        </p:txBody>
      </p:sp>
      <p:sp>
        <p:nvSpPr>
          <p:cNvPr id="5" name="Footer Placeholder 4">
            <a:extLst>
              <a:ext uri="{FF2B5EF4-FFF2-40B4-BE49-F238E27FC236}">
                <a16:creationId xmlns:a16="http://schemas.microsoft.com/office/drawing/2014/main" id="{62A8526E-AAA7-B25C-8AA7-F55B705BB3A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29D90A-0FEE-94CC-BA8D-0DD38ED0B5A7}"/>
              </a:ext>
            </a:extLst>
          </p:cNvPr>
          <p:cNvSpPr>
            <a:spLocks noGrp="1"/>
          </p:cNvSpPr>
          <p:nvPr>
            <p:ph type="sldNum" sz="quarter" idx="12"/>
          </p:nvPr>
        </p:nvSpPr>
        <p:spPr/>
        <p:txBody>
          <a:bodyPr/>
          <a:lstStyle/>
          <a:p>
            <a:fld id="{72306B76-16F9-4795-AD14-3B8AE7C42EDF}" type="slidenum">
              <a:rPr lang="en-US" smtClean="0"/>
              <a:t>‹#›</a:t>
            </a:fld>
            <a:endParaRPr lang="en-US"/>
          </a:p>
        </p:txBody>
      </p:sp>
    </p:spTree>
    <p:extLst>
      <p:ext uri="{BB962C8B-B14F-4D97-AF65-F5344CB8AC3E}">
        <p14:creationId xmlns:p14="http://schemas.microsoft.com/office/powerpoint/2010/main" val="1253692305"/>
      </p:ext>
    </p:extLst>
  </p:cSld>
  <p:clrMapOvr>
    <a:masterClrMapping/>
  </p:clrMapOvr>
  <p:hf hdr="0" ftr="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ED5512-999C-1C07-9FC3-4DC28B452135}"/>
              </a:ext>
            </a:extLst>
          </p:cNvPr>
          <p:cNvSpPr>
            <a:spLocks noGrp="1"/>
          </p:cNvSpPr>
          <p:nvPr>
            <p:ph type="title"/>
          </p:nvPr>
        </p:nvSpPr>
        <p:spPr>
          <a:xfrm>
            <a:off x="623888" y="1282304"/>
            <a:ext cx="7886700" cy="2139553"/>
          </a:xfrm>
        </p:spPr>
        <p:txBody>
          <a:bodyPr anchor="b"/>
          <a:lstStyle>
            <a:lvl1pPr>
              <a:defRPr sz="4500"/>
            </a:lvl1pPr>
          </a:lstStyle>
          <a:p>
            <a:r>
              <a:rPr lang="en-US"/>
              <a:t>Click to edit Master title style</a:t>
            </a:r>
          </a:p>
        </p:txBody>
      </p:sp>
      <p:sp>
        <p:nvSpPr>
          <p:cNvPr id="3" name="Text Placeholder 2">
            <a:extLst>
              <a:ext uri="{FF2B5EF4-FFF2-40B4-BE49-F238E27FC236}">
                <a16:creationId xmlns:a16="http://schemas.microsoft.com/office/drawing/2014/main" id="{0538F529-819A-B935-DC4D-1649C62F8EBD}"/>
              </a:ext>
            </a:extLst>
          </p:cNvPr>
          <p:cNvSpPr>
            <a:spLocks noGrp="1"/>
          </p:cNvSpPr>
          <p:nvPr>
            <p:ph type="body" idx="1"/>
          </p:nvPr>
        </p:nvSpPr>
        <p:spPr>
          <a:xfrm>
            <a:off x="623888" y="3442098"/>
            <a:ext cx="7886700" cy="1125140"/>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5599BF5-CC82-7875-285F-146DEBAD462C}"/>
              </a:ext>
            </a:extLst>
          </p:cNvPr>
          <p:cNvSpPr>
            <a:spLocks noGrp="1"/>
          </p:cNvSpPr>
          <p:nvPr>
            <p:ph type="dt" sz="half" idx="10"/>
          </p:nvPr>
        </p:nvSpPr>
        <p:spPr/>
        <p:txBody>
          <a:bodyPr/>
          <a:lstStyle/>
          <a:p>
            <a:fld id="{1A90A598-0175-4F4C-B315-95405EC9EDA1}" type="datetimeFigureOut">
              <a:rPr lang="en-US" smtClean="0"/>
              <a:t>12/4/2025</a:t>
            </a:fld>
            <a:endParaRPr lang="en-US"/>
          </a:p>
        </p:txBody>
      </p:sp>
      <p:sp>
        <p:nvSpPr>
          <p:cNvPr id="5" name="Footer Placeholder 4">
            <a:extLst>
              <a:ext uri="{FF2B5EF4-FFF2-40B4-BE49-F238E27FC236}">
                <a16:creationId xmlns:a16="http://schemas.microsoft.com/office/drawing/2014/main" id="{5752D0DF-4554-4457-12DE-B61FFA6DA77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CBFD5EF-39F9-FE0D-6C6D-A46D98A4F49E}"/>
              </a:ext>
            </a:extLst>
          </p:cNvPr>
          <p:cNvSpPr>
            <a:spLocks noGrp="1"/>
          </p:cNvSpPr>
          <p:nvPr>
            <p:ph type="sldNum" sz="quarter" idx="12"/>
          </p:nvPr>
        </p:nvSpPr>
        <p:spPr/>
        <p:txBody>
          <a:bodyPr/>
          <a:lstStyle/>
          <a:p>
            <a:fld id="{72306B76-16F9-4795-AD14-3B8AE7C42EDF}" type="slidenum">
              <a:rPr lang="en-US" smtClean="0"/>
              <a:t>‹#›</a:t>
            </a:fld>
            <a:endParaRPr lang="en-US"/>
          </a:p>
        </p:txBody>
      </p:sp>
    </p:spTree>
    <p:extLst>
      <p:ext uri="{BB962C8B-B14F-4D97-AF65-F5344CB8AC3E}">
        <p14:creationId xmlns:p14="http://schemas.microsoft.com/office/powerpoint/2010/main" val="3547901571"/>
      </p:ext>
    </p:extLst>
  </p:cSld>
  <p:clrMapOvr>
    <a:masterClrMapping/>
  </p:clrMapOvr>
  <p:hf hdr="0" ftr="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4DF2B4-CAFF-AE39-BA0F-AA1739F1F1D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C59DF2E-B626-3F10-4AEC-9445221743F8}"/>
              </a:ext>
            </a:extLst>
          </p:cNvPr>
          <p:cNvSpPr>
            <a:spLocks noGrp="1"/>
          </p:cNvSpPr>
          <p:nvPr>
            <p:ph sz="half" idx="1"/>
          </p:nvPr>
        </p:nvSpPr>
        <p:spPr>
          <a:xfrm>
            <a:off x="628650" y="1369219"/>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3D31370-0CFE-A2FC-FB1E-47D8D3D4AD33}"/>
              </a:ext>
            </a:extLst>
          </p:cNvPr>
          <p:cNvSpPr>
            <a:spLocks noGrp="1"/>
          </p:cNvSpPr>
          <p:nvPr>
            <p:ph sz="half" idx="2"/>
          </p:nvPr>
        </p:nvSpPr>
        <p:spPr>
          <a:xfrm>
            <a:off x="4629150" y="1369219"/>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2EF9FFD-19DF-1DB5-E39C-F67D0DEC7ED4}"/>
              </a:ext>
            </a:extLst>
          </p:cNvPr>
          <p:cNvSpPr>
            <a:spLocks noGrp="1"/>
          </p:cNvSpPr>
          <p:nvPr>
            <p:ph type="dt" sz="half" idx="10"/>
          </p:nvPr>
        </p:nvSpPr>
        <p:spPr/>
        <p:txBody>
          <a:bodyPr/>
          <a:lstStyle/>
          <a:p>
            <a:fld id="{1A90A598-0175-4F4C-B315-95405EC9EDA1}" type="datetimeFigureOut">
              <a:rPr lang="en-US" smtClean="0"/>
              <a:t>12/4/2025</a:t>
            </a:fld>
            <a:endParaRPr lang="en-US"/>
          </a:p>
        </p:txBody>
      </p:sp>
      <p:sp>
        <p:nvSpPr>
          <p:cNvPr id="6" name="Footer Placeholder 5">
            <a:extLst>
              <a:ext uri="{FF2B5EF4-FFF2-40B4-BE49-F238E27FC236}">
                <a16:creationId xmlns:a16="http://schemas.microsoft.com/office/drawing/2014/main" id="{29D3006B-FAC3-D0E5-E8B4-2EA128C0CED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BCE07AE-24F8-D81F-7E71-44B4D6A3D231}"/>
              </a:ext>
            </a:extLst>
          </p:cNvPr>
          <p:cNvSpPr>
            <a:spLocks noGrp="1"/>
          </p:cNvSpPr>
          <p:nvPr>
            <p:ph type="sldNum" sz="quarter" idx="12"/>
          </p:nvPr>
        </p:nvSpPr>
        <p:spPr/>
        <p:txBody>
          <a:bodyPr/>
          <a:lstStyle/>
          <a:p>
            <a:fld id="{72306B76-16F9-4795-AD14-3B8AE7C42EDF}" type="slidenum">
              <a:rPr lang="en-US" smtClean="0"/>
              <a:t>‹#›</a:t>
            </a:fld>
            <a:endParaRPr lang="en-US"/>
          </a:p>
        </p:txBody>
      </p:sp>
    </p:spTree>
    <p:extLst>
      <p:ext uri="{BB962C8B-B14F-4D97-AF65-F5344CB8AC3E}">
        <p14:creationId xmlns:p14="http://schemas.microsoft.com/office/powerpoint/2010/main" val="394825758"/>
      </p:ext>
    </p:extLst>
  </p:cSld>
  <p:clrMapOvr>
    <a:masterClrMapping/>
  </p:clrMapOvr>
  <p:hf hdr="0" ftr="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A5AE63-D470-49A6-2F08-82E2EAFF1E66}"/>
              </a:ext>
            </a:extLst>
          </p:cNvPr>
          <p:cNvSpPr>
            <a:spLocks noGrp="1"/>
          </p:cNvSpPr>
          <p:nvPr>
            <p:ph type="title"/>
          </p:nvPr>
        </p:nvSpPr>
        <p:spPr>
          <a:xfrm>
            <a:off x="629841" y="273844"/>
            <a:ext cx="7886700" cy="994172"/>
          </a:xfrm>
        </p:spPr>
        <p:txBody>
          <a:bodyPr/>
          <a:lstStyle/>
          <a:p>
            <a:r>
              <a:rPr lang="en-US"/>
              <a:t>Click to edit Master title style</a:t>
            </a:r>
          </a:p>
        </p:txBody>
      </p:sp>
      <p:sp>
        <p:nvSpPr>
          <p:cNvPr id="3" name="Text Placeholder 2">
            <a:extLst>
              <a:ext uri="{FF2B5EF4-FFF2-40B4-BE49-F238E27FC236}">
                <a16:creationId xmlns:a16="http://schemas.microsoft.com/office/drawing/2014/main" id="{C00F0700-5E8D-4C58-D59C-0470A7DE580F}"/>
              </a:ext>
            </a:extLst>
          </p:cNvPr>
          <p:cNvSpPr>
            <a:spLocks noGrp="1"/>
          </p:cNvSpPr>
          <p:nvPr>
            <p:ph type="body" idx="1"/>
          </p:nvPr>
        </p:nvSpPr>
        <p:spPr>
          <a:xfrm>
            <a:off x="629842" y="1260872"/>
            <a:ext cx="3868340"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a:extLst>
              <a:ext uri="{FF2B5EF4-FFF2-40B4-BE49-F238E27FC236}">
                <a16:creationId xmlns:a16="http://schemas.microsoft.com/office/drawing/2014/main" id="{F819F389-204E-F76C-1334-3E496D07C6B9}"/>
              </a:ext>
            </a:extLst>
          </p:cNvPr>
          <p:cNvSpPr>
            <a:spLocks noGrp="1"/>
          </p:cNvSpPr>
          <p:nvPr>
            <p:ph sz="half" idx="2"/>
          </p:nvPr>
        </p:nvSpPr>
        <p:spPr>
          <a:xfrm>
            <a:off x="629842" y="1878806"/>
            <a:ext cx="3868340"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DA30ACF-F07E-0391-93ED-2E4B836BD90A}"/>
              </a:ext>
            </a:extLst>
          </p:cNvPr>
          <p:cNvSpPr>
            <a:spLocks noGrp="1"/>
          </p:cNvSpPr>
          <p:nvPr>
            <p:ph type="body" sz="quarter" idx="3"/>
          </p:nvPr>
        </p:nvSpPr>
        <p:spPr>
          <a:xfrm>
            <a:off x="4629150" y="1260872"/>
            <a:ext cx="3887391"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a:extLst>
              <a:ext uri="{FF2B5EF4-FFF2-40B4-BE49-F238E27FC236}">
                <a16:creationId xmlns:a16="http://schemas.microsoft.com/office/drawing/2014/main" id="{C114D5C9-8654-A4E6-026D-2CB64A940B02}"/>
              </a:ext>
            </a:extLst>
          </p:cNvPr>
          <p:cNvSpPr>
            <a:spLocks noGrp="1"/>
          </p:cNvSpPr>
          <p:nvPr>
            <p:ph sz="quarter" idx="4"/>
          </p:nvPr>
        </p:nvSpPr>
        <p:spPr>
          <a:xfrm>
            <a:off x="4629150" y="1878806"/>
            <a:ext cx="3887391"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E9D903C-5275-1624-4F9A-42E8D201847D}"/>
              </a:ext>
            </a:extLst>
          </p:cNvPr>
          <p:cNvSpPr>
            <a:spLocks noGrp="1"/>
          </p:cNvSpPr>
          <p:nvPr>
            <p:ph type="dt" sz="half" idx="10"/>
          </p:nvPr>
        </p:nvSpPr>
        <p:spPr/>
        <p:txBody>
          <a:bodyPr/>
          <a:lstStyle/>
          <a:p>
            <a:fld id="{1A90A598-0175-4F4C-B315-95405EC9EDA1}" type="datetimeFigureOut">
              <a:rPr lang="en-US" smtClean="0"/>
              <a:t>12/4/2025</a:t>
            </a:fld>
            <a:endParaRPr lang="en-US"/>
          </a:p>
        </p:txBody>
      </p:sp>
      <p:sp>
        <p:nvSpPr>
          <p:cNvPr id="8" name="Footer Placeholder 7">
            <a:extLst>
              <a:ext uri="{FF2B5EF4-FFF2-40B4-BE49-F238E27FC236}">
                <a16:creationId xmlns:a16="http://schemas.microsoft.com/office/drawing/2014/main" id="{C5FD18CC-27E2-AA72-E42D-8EBA25278AF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144EC9D5-6B47-43EB-DF86-3A52FF3C2146}"/>
              </a:ext>
            </a:extLst>
          </p:cNvPr>
          <p:cNvSpPr>
            <a:spLocks noGrp="1"/>
          </p:cNvSpPr>
          <p:nvPr>
            <p:ph type="sldNum" sz="quarter" idx="12"/>
          </p:nvPr>
        </p:nvSpPr>
        <p:spPr/>
        <p:txBody>
          <a:bodyPr/>
          <a:lstStyle/>
          <a:p>
            <a:fld id="{72306B76-16F9-4795-AD14-3B8AE7C42EDF}" type="slidenum">
              <a:rPr lang="en-US" smtClean="0"/>
              <a:t>‹#›</a:t>
            </a:fld>
            <a:endParaRPr lang="en-US"/>
          </a:p>
        </p:txBody>
      </p:sp>
    </p:spTree>
    <p:extLst>
      <p:ext uri="{BB962C8B-B14F-4D97-AF65-F5344CB8AC3E}">
        <p14:creationId xmlns:p14="http://schemas.microsoft.com/office/powerpoint/2010/main" val="3526599390"/>
      </p:ext>
    </p:extLst>
  </p:cSld>
  <p:clrMapOvr>
    <a:masterClrMapping/>
  </p:clrMapOvr>
  <p:hf hdr="0" ftr="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181796-2814-6C47-5104-98092995936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5C6620A-10B4-98FC-C3F6-1FEBF43B4444}"/>
              </a:ext>
            </a:extLst>
          </p:cNvPr>
          <p:cNvSpPr>
            <a:spLocks noGrp="1"/>
          </p:cNvSpPr>
          <p:nvPr>
            <p:ph type="dt" sz="half" idx="10"/>
          </p:nvPr>
        </p:nvSpPr>
        <p:spPr/>
        <p:txBody>
          <a:bodyPr/>
          <a:lstStyle/>
          <a:p>
            <a:fld id="{1A90A598-0175-4F4C-B315-95405EC9EDA1}" type="datetimeFigureOut">
              <a:rPr lang="en-US" smtClean="0"/>
              <a:t>12/4/2025</a:t>
            </a:fld>
            <a:endParaRPr lang="en-US"/>
          </a:p>
        </p:txBody>
      </p:sp>
      <p:sp>
        <p:nvSpPr>
          <p:cNvPr id="4" name="Footer Placeholder 3">
            <a:extLst>
              <a:ext uri="{FF2B5EF4-FFF2-40B4-BE49-F238E27FC236}">
                <a16:creationId xmlns:a16="http://schemas.microsoft.com/office/drawing/2014/main" id="{2E44CA1A-B67D-DCA1-D3B4-B32849F4922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BCF95B9-0BB5-B726-02DF-77B335445541}"/>
              </a:ext>
            </a:extLst>
          </p:cNvPr>
          <p:cNvSpPr>
            <a:spLocks noGrp="1"/>
          </p:cNvSpPr>
          <p:nvPr>
            <p:ph type="sldNum" sz="quarter" idx="12"/>
          </p:nvPr>
        </p:nvSpPr>
        <p:spPr/>
        <p:txBody>
          <a:bodyPr/>
          <a:lstStyle/>
          <a:p>
            <a:fld id="{72306B76-16F9-4795-AD14-3B8AE7C42EDF}" type="slidenum">
              <a:rPr lang="en-US" smtClean="0"/>
              <a:t>‹#›</a:t>
            </a:fld>
            <a:endParaRPr lang="en-US"/>
          </a:p>
        </p:txBody>
      </p:sp>
    </p:spTree>
    <p:extLst>
      <p:ext uri="{BB962C8B-B14F-4D97-AF65-F5344CB8AC3E}">
        <p14:creationId xmlns:p14="http://schemas.microsoft.com/office/powerpoint/2010/main" val="3329902304"/>
      </p:ext>
    </p:extLst>
  </p:cSld>
  <p:clrMapOvr>
    <a:masterClrMapping/>
  </p:clrMapOvr>
  <p:hf hdr="0" ftr="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3B7C6EB-A8AF-D16D-3CB8-74672C7334B9}"/>
              </a:ext>
            </a:extLst>
          </p:cNvPr>
          <p:cNvSpPr>
            <a:spLocks noGrp="1"/>
          </p:cNvSpPr>
          <p:nvPr>
            <p:ph type="dt" sz="half" idx="10"/>
          </p:nvPr>
        </p:nvSpPr>
        <p:spPr/>
        <p:txBody>
          <a:bodyPr/>
          <a:lstStyle/>
          <a:p>
            <a:fld id="{1A90A598-0175-4F4C-B315-95405EC9EDA1}" type="datetimeFigureOut">
              <a:rPr lang="en-US" smtClean="0"/>
              <a:t>12/4/2025</a:t>
            </a:fld>
            <a:endParaRPr lang="en-US"/>
          </a:p>
        </p:txBody>
      </p:sp>
      <p:sp>
        <p:nvSpPr>
          <p:cNvPr id="3" name="Footer Placeholder 2">
            <a:extLst>
              <a:ext uri="{FF2B5EF4-FFF2-40B4-BE49-F238E27FC236}">
                <a16:creationId xmlns:a16="http://schemas.microsoft.com/office/drawing/2014/main" id="{2ED1DC6D-7424-BB0C-C1E0-5AE16D571AC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FA00B01-E4B7-6A35-9BE1-D70D758EA647}"/>
              </a:ext>
            </a:extLst>
          </p:cNvPr>
          <p:cNvSpPr>
            <a:spLocks noGrp="1"/>
          </p:cNvSpPr>
          <p:nvPr>
            <p:ph type="sldNum" sz="quarter" idx="12"/>
          </p:nvPr>
        </p:nvSpPr>
        <p:spPr/>
        <p:txBody>
          <a:bodyPr/>
          <a:lstStyle/>
          <a:p>
            <a:fld id="{72306B76-16F9-4795-AD14-3B8AE7C42EDF}" type="slidenum">
              <a:rPr lang="en-US" smtClean="0"/>
              <a:t>‹#›</a:t>
            </a:fld>
            <a:endParaRPr lang="en-US"/>
          </a:p>
        </p:txBody>
      </p:sp>
    </p:spTree>
    <p:extLst>
      <p:ext uri="{BB962C8B-B14F-4D97-AF65-F5344CB8AC3E}">
        <p14:creationId xmlns:p14="http://schemas.microsoft.com/office/powerpoint/2010/main" val="218470576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81C76F-3534-1887-9759-C76DCFE03571}"/>
              </a:ext>
            </a:extLst>
          </p:cNvPr>
          <p:cNvSpPr>
            <a:spLocks noGrp="1"/>
          </p:cNvSpPr>
          <p:nvPr>
            <p:ph type="title"/>
          </p:nvPr>
        </p:nvSpPr>
        <p:spPr>
          <a:xfrm>
            <a:off x="629841" y="342900"/>
            <a:ext cx="2949178" cy="1200150"/>
          </a:xfrm>
        </p:spPr>
        <p:txBody>
          <a:bodyPr anchor="b"/>
          <a:lstStyle>
            <a:lvl1pPr>
              <a:defRPr sz="2400"/>
            </a:lvl1pPr>
          </a:lstStyle>
          <a:p>
            <a:r>
              <a:rPr lang="en-US"/>
              <a:t>Click to edit Master title style</a:t>
            </a:r>
          </a:p>
        </p:txBody>
      </p:sp>
      <p:sp>
        <p:nvSpPr>
          <p:cNvPr id="3" name="Content Placeholder 2">
            <a:extLst>
              <a:ext uri="{FF2B5EF4-FFF2-40B4-BE49-F238E27FC236}">
                <a16:creationId xmlns:a16="http://schemas.microsoft.com/office/drawing/2014/main" id="{C01F0F21-B3D2-B467-E1F5-9EF430A596CC}"/>
              </a:ext>
            </a:extLst>
          </p:cNvPr>
          <p:cNvSpPr>
            <a:spLocks noGrp="1"/>
          </p:cNvSpPr>
          <p:nvPr>
            <p:ph idx="1"/>
          </p:nvPr>
        </p:nvSpPr>
        <p:spPr>
          <a:xfrm>
            <a:off x="3887391" y="740569"/>
            <a:ext cx="4629150" cy="3655219"/>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85989D4-8885-B203-E942-5D9802AD7778}"/>
              </a:ext>
            </a:extLst>
          </p:cNvPr>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7CE943CD-B7CD-D1CB-27D0-55278A6E8BDB}"/>
              </a:ext>
            </a:extLst>
          </p:cNvPr>
          <p:cNvSpPr>
            <a:spLocks noGrp="1"/>
          </p:cNvSpPr>
          <p:nvPr>
            <p:ph type="dt" sz="half" idx="10"/>
          </p:nvPr>
        </p:nvSpPr>
        <p:spPr/>
        <p:txBody>
          <a:bodyPr/>
          <a:lstStyle/>
          <a:p>
            <a:fld id="{1A90A598-0175-4F4C-B315-95405EC9EDA1}" type="datetimeFigureOut">
              <a:rPr lang="en-US" smtClean="0"/>
              <a:t>12/4/2025</a:t>
            </a:fld>
            <a:endParaRPr lang="en-US"/>
          </a:p>
        </p:txBody>
      </p:sp>
      <p:sp>
        <p:nvSpPr>
          <p:cNvPr id="6" name="Footer Placeholder 5">
            <a:extLst>
              <a:ext uri="{FF2B5EF4-FFF2-40B4-BE49-F238E27FC236}">
                <a16:creationId xmlns:a16="http://schemas.microsoft.com/office/drawing/2014/main" id="{2C1DFCD3-EC09-F41B-E689-01AF3315977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A84C7D-C741-5817-CED4-F1D556DE156E}"/>
              </a:ext>
            </a:extLst>
          </p:cNvPr>
          <p:cNvSpPr>
            <a:spLocks noGrp="1"/>
          </p:cNvSpPr>
          <p:nvPr>
            <p:ph type="sldNum" sz="quarter" idx="12"/>
          </p:nvPr>
        </p:nvSpPr>
        <p:spPr/>
        <p:txBody>
          <a:bodyPr/>
          <a:lstStyle/>
          <a:p>
            <a:fld id="{72306B76-16F9-4795-AD14-3B8AE7C42EDF}" type="slidenum">
              <a:rPr lang="en-US" smtClean="0"/>
              <a:t>‹#›</a:t>
            </a:fld>
            <a:endParaRPr lang="en-US"/>
          </a:p>
        </p:txBody>
      </p:sp>
    </p:spTree>
    <p:extLst>
      <p:ext uri="{BB962C8B-B14F-4D97-AF65-F5344CB8AC3E}">
        <p14:creationId xmlns:p14="http://schemas.microsoft.com/office/powerpoint/2010/main" val="2164557841"/>
      </p:ext>
    </p:extLst>
  </p:cSld>
  <p:clrMapOvr>
    <a:masterClrMapping/>
  </p:clrMapOvr>
  <p:hf hdr="0" ftr="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0733B7-DFB6-5C6E-E93C-1485B74AAA97}"/>
              </a:ext>
            </a:extLst>
          </p:cNvPr>
          <p:cNvSpPr>
            <a:spLocks noGrp="1"/>
          </p:cNvSpPr>
          <p:nvPr>
            <p:ph type="title"/>
          </p:nvPr>
        </p:nvSpPr>
        <p:spPr>
          <a:xfrm>
            <a:off x="629841" y="342900"/>
            <a:ext cx="2949178" cy="1200150"/>
          </a:xfrm>
        </p:spPr>
        <p:txBody>
          <a:bodyPr anchor="b"/>
          <a:lstStyle>
            <a:lvl1pPr>
              <a:defRPr sz="2400"/>
            </a:lvl1pPr>
          </a:lstStyle>
          <a:p>
            <a:r>
              <a:rPr lang="en-US"/>
              <a:t>Click to edit Master title style</a:t>
            </a:r>
          </a:p>
        </p:txBody>
      </p:sp>
      <p:sp>
        <p:nvSpPr>
          <p:cNvPr id="3" name="Picture Placeholder 2">
            <a:extLst>
              <a:ext uri="{FF2B5EF4-FFF2-40B4-BE49-F238E27FC236}">
                <a16:creationId xmlns:a16="http://schemas.microsoft.com/office/drawing/2014/main" id="{F1F494B0-8F93-A15F-FBA4-CC4A5707871D}"/>
              </a:ext>
            </a:extLst>
          </p:cNvPr>
          <p:cNvSpPr>
            <a:spLocks noGrp="1"/>
          </p:cNvSpPr>
          <p:nvPr>
            <p:ph type="pic" idx="1"/>
          </p:nvPr>
        </p:nvSpPr>
        <p:spPr>
          <a:xfrm>
            <a:off x="3887391" y="740569"/>
            <a:ext cx="4629150" cy="3655219"/>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a:extLst>
              <a:ext uri="{FF2B5EF4-FFF2-40B4-BE49-F238E27FC236}">
                <a16:creationId xmlns:a16="http://schemas.microsoft.com/office/drawing/2014/main" id="{F3873FAB-565C-D2B9-9E6F-304391240FAA}"/>
              </a:ext>
            </a:extLst>
          </p:cNvPr>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017F11F2-EBC6-7634-AFEB-EFFF06C0E682}"/>
              </a:ext>
            </a:extLst>
          </p:cNvPr>
          <p:cNvSpPr>
            <a:spLocks noGrp="1"/>
          </p:cNvSpPr>
          <p:nvPr>
            <p:ph type="dt" sz="half" idx="10"/>
          </p:nvPr>
        </p:nvSpPr>
        <p:spPr/>
        <p:txBody>
          <a:bodyPr/>
          <a:lstStyle/>
          <a:p>
            <a:fld id="{1A90A598-0175-4F4C-B315-95405EC9EDA1}" type="datetimeFigureOut">
              <a:rPr lang="en-US" smtClean="0"/>
              <a:t>12/4/2025</a:t>
            </a:fld>
            <a:endParaRPr lang="en-US"/>
          </a:p>
        </p:txBody>
      </p:sp>
      <p:sp>
        <p:nvSpPr>
          <p:cNvPr id="6" name="Footer Placeholder 5">
            <a:extLst>
              <a:ext uri="{FF2B5EF4-FFF2-40B4-BE49-F238E27FC236}">
                <a16:creationId xmlns:a16="http://schemas.microsoft.com/office/drawing/2014/main" id="{74BC3A7B-0A27-A080-CEFA-85CAEF6751E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F17DAE9-6A7A-1A35-0E68-40747F279531}"/>
              </a:ext>
            </a:extLst>
          </p:cNvPr>
          <p:cNvSpPr>
            <a:spLocks noGrp="1"/>
          </p:cNvSpPr>
          <p:nvPr>
            <p:ph type="sldNum" sz="quarter" idx="12"/>
          </p:nvPr>
        </p:nvSpPr>
        <p:spPr/>
        <p:txBody>
          <a:bodyPr/>
          <a:lstStyle/>
          <a:p>
            <a:fld id="{72306B76-16F9-4795-AD14-3B8AE7C42EDF}" type="slidenum">
              <a:rPr lang="en-US" smtClean="0"/>
              <a:t>‹#›</a:t>
            </a:fld>
            <a:endParaRPr lang="en-US"/>
          </a:p>
        </p:txBody>
      </p:sp>
    </p:spTree>
    <p:extLst>
      <p:ext uri="{BB962C8B-B14F-4D97-AF65-F5344CB8AC3E}">
        <p14:creationId xmlns:p14="http://schemas.microsoft.com/office/powerpoint/2010/main" val="3220928044"/>
      </p:ext>
    </p:extLst>
  </p:cSld>
  <p:clrMapOvr>
    <a:masterClrMapping/>
  </p:clrMapOvr>
  <p:hf hdr="0" ftr="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EC03B3-18D8-F28B-AD9D-3BBA0F9C53A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A5B9052-630D-A4A9-CEA0-C8F1AF052D9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0970DAF-741A-7664-279A-331C15A4CC5F}"/>
              </a:ext>
            </a:extLst>
          </p:cNvPr>
          <p:cNvSpPr>
            <a:spLocks noGrp="1"/>
          </p:cNvSpPr>
          <p:nvPr>
            <p:ph type="dt" sz="half" idx="10"/>
          </p:nvPr>
        </p:nvSpPr>
        <p:spPr/>
        <p:txBody>
          <a:bodyPr/>
          <a:lstStyle/>
          <a:p>
            <a:fld id="{1A90A598-0175-4F4C-B315-95405EC9EDA1}" type="datetimeFigureOut">
              <a:rPr lang="en-US" smtClean="0"/>
              <a:t>12/4/2025</a:t>
            </a:fld>
            <a:endParaRPr lang="en-US"/>
          </a:p>
        </p:txBody>
      </p:sp>
      <p:sp>
        <p:nvSpPr>
          <p:cNvPr id="5" name="Footer Placeholder 4">
            <a:extLst>
              <a:ext uri="{FF2B5EF4-FFF2-40B4-BE49-F238E27FC236}">
                <a16:creationId xmlns:a16="http://schemas.microsoft.com/office/drawing/2014/main" id="{84EEB1CE-8201-DF79-1AF3-E532F9692C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D1CBAB4-805A-906F-639E-396A6CBEC8EB}"/>
              </a:ext>
            </a:extLst>
          </p:cNvPr>
          <p:cNvSpPr>
            <a:spLocks noGrp="1"/>
          </p:cNvSpPr>
          <p:nvPr>
            <p:ph type="sldNum" sz="quarter" idx="12"/>
          </p:nvPr>
        </p:nvSpPr>
        <p:spPr/>
        <p:txBody>
          <a:bodyPr/>
          <a:lstStyle/>
          <a:p>
            <a:fld id="{72306B76-16F9-4795-AD14-3B8AE7C42EDF}" type="slidenum">
              <a:rPr lang="en-US" smtClean="0"/>
              <a:t>‹#›</a:t>
            </a:fld>
            <a:endParaRPr lang="en-US"/>
          </a:p>
        </p:txBody>
      </p:sp>
    </p:spTree>
    <p:extLst>
      <p:ext uri="{BB962C8B-B14F-4D97-AF65-F5344CB8AC3E}">
        <p14:creationId xmlns:p14="http://schemas.microsoft.com/office/powerpoint/2010/main" val="2546306365"/>
      </p:ext>
    </p:extLst>
  </p:cSld>
  <p:clrMapOvr>
    <a:masterClrMapping/>
  </p:clrMapOvr>
  <p:hf hdr="0" ftr="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D7B2EF3-016C-B681-1A3C-19DD50424914}"/>
              </a:ext>
            </a:extLst>
          </p:cNvPr>
          <p:cNvSpPr>
            <a:spLocks noGrp="1"/>
          </p:cNvSpPr>
          <p:nvPr>
            <p:ph type="title" orient="vert"/>
          </p:nvPr>
        </p:nvSpPr>
        <p:spPr>
          <a:xfrm>
            <a:off x="6543675" y="273844"/>
            <a:ext cx="1971675" cy="4358879"/>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867FB8B-52D3-7A34-0D4D-0C6EDE51390F}"/>
              </a:ext>
            </a:extLst>
          </p:cNvPr>
          <p:cNvSpPr>
            <a:spLocks noGrp="1"/>
          </p:cNvSpPr>
          <p:nvPr>
            <p:ph type="body" orient="vert" idx="1"/>
          </p:nvPr>
        </p:nvSpPr>
        <p:spPr>
          <a:xfrm>
            <a:off x="628650" y="273844"/>
            <a:ext cx="5800725" cy="435887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D6182FE-1BF4-334F-54CC-996C2DF739CD}"/>
              </a:ext>
            </a:extLst>
          </p:cNvPr>
          <p:cNvSpPr>
            <a:spLocks noGrp="1"/>
          </p:cNvSpPr>
          <p:nvPr>
            <p:ph type="dt" sz="half" idx="10"/>
          </p:nvPr>
        </p:nvSpPr>
        <p:spPr/>
        <p:txBody>
          <a:bodyPr/>
          <a:lstStyle/>
          <a:p>
            <a:fld id="{1A90A598-0175-4F4C-B315-95405EC9EDA1}" type="datetimeFigureOut">
              <a:rPr lang="en-US" smtClean="0"/>
              <a:t>12/4/2025</a:t>
            </a:fld>
            <a:endParaRPr lang="en-US"/>
          </a:p>
        </p:txBody>
      </p:sp>
      <p:sp>
        <p:nvSpPr>
          <p:cNvPr id="5" name="Footer Placeholder 4">
            <a:extLst>
              <a:ext uri="{FF2B5EF4-FFF2-40B4-BE49-F238E27FC236}">
                <a16:creationId xmlns:a16="http://schemas.microsoft.com/office/drawing/2014/main" id="{B5AC9995-7F4A-B827-29B9-6406C2F6C7F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37A8DB9-6BE0-4330-16A9-4F1BDD98C488}"/>
              </a:ext>
            </a:extLst>
          </p:cNvPr>
          <p:cNvSpPr>
            <a:spLocks noGrp="1"/>
          </p:cNvSpPr>
          <p:nvPr>
            <p:ph type="sldNum" sz="quarter" idx="12"/>
          </p:nvPr>
        </p:nvSpPr>
        <p:spPr/>
        <p:txBody>
          <a:bodyPr/>
          <a:lstStyle/>
          <a:p>
            <a:fld id="{72306B76-16F9-4795-AD14-3B8AE7C42EDF}" type="slidenum">
              <a:rPr lang="en-US" smtClean="0"/>
              <a:t>‹#›</a:t>
            </a:fld>
            <a:endParaRPr lang="en-US"/>
          </a:p>
        </p:txBody>
      </p:sp>
    </p:spTree>
    <p:extLst>
      <p:ext uri="{BB962C8B-B14F-4D97-AF65-F5344CB8AC3E}">
        <p14:creationId xmlns:p14="http://schemas.microsoft.com/office/powerpoint/2010/main" val="4222180054"/>
      </p:ext>
    </p:extLst>
  </p:cSld>
  <p:clrMapOvr>
    <a:masterClrMapping/>
  </p:clrMapOvr>
  <p:hf hdr="0" ftr="0"/>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able of contents">
  <p:cSld name="Table of contents">
    <p:spTree>
      <p:nvGrpSpPr>
        <p:cNvPr id="1" name="Shape 88"/>
        <p:cNvGrpSpPr/>
        <p:nvPr/>
      </p:nvGrpSpPr>
      <p:grpSpPr>
        <a:xfrm>
          <a:off x="0" y="0"/>
          <a:ext cx="0" cy="0"/>
          <a:chOff x="0" y="0"/>
          <a:chExt cx="0" cy="0"/>
        </a:xfrm>
      </p:grpSpPr>
      <p:sp>
        <p:nvSpPr>
          <p:cNvPr id="94" name="Google Shape;94;p13"/>
          <p:cNvSpPr txBox="1">
            <a:spLocks noGrp="1"/>
          </p:cNvSpPr>
          <p:nvPr>
            <p:ph type="title"/>
          </p:nvPr>
        </p:nvSpPr>
        <p:spPr>
          <a:xfrm>
            <a:off x="6632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28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95" name="Google Shape;95;p13"/>
          <p:cNvSpPr txBox="1">
            <a:spLocks noGrp="1"/>
          </p:cNvSpPr>
          <p:nvPr>
            <p:ph type="subTitle" idx="1"/>
          </p:nvPr>
        </p:nvSpPr>
        <p:spPr>
          <a:xfrm>
            <a:off x="788675" y="2105875"/>
            <a:ext cx="2305500" cy="5727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atin typeface="Hanken Grotesk"/>
                <a:ea typeface="Hanken Grotesk"/>
                <a:cs typeface="Hanken Grotesk"/>
                <a:sym typeface="Hanken Grotesk"/>
              </a:defRPr>
            </a:lvl1pPr>
            <a:lvl2pPr lvl="1" algn="ctr" rtl="0">
              <a:lnSpc>
                <a:spcPct val="115000"/>
              </a:lnSpc>
              <a:spcBef>
                <a:spcPts val="0"/>
              </a:spcBef>
              <a:spcAft>
                <a:spcPts val="0"/>
              </a:spcAft>
              <a:buSzPts val="1400"/>
              <a:buNone/>
              <a:defRPr/>
            </a:lvl2pPr>
            <a:lvl3pPr lvl="2" algn="ctr" rtl="0">
              <a:lnSpc>
                <a:spcPct val="115000"/>
              </a:lnSpc>
              <a:spcBef>
                <a:spcPts val="0"/>
              </a:spcBef>
              <a:spcAft>
                <a:spcPts val="0"/>
              </a:spcAft>
              <a:buSzPts val="1400"/>
              <a:buNone/>
              <a:defRPr/>
            </a:lvl3pPr>
            <a:lvl4pPr lvl="3" algn="ctr" rtl="0">
              <a:lnSpc>
                <a:spcPct val="115000"/>
              </a:lnSpc>
              <a:spcBef>
                <a:spcPts val="0"/>
              </a:spcBef>
              <a:spcAft>
                <a:spcPts val="0"/>
              </a:spcAft>
              <a:buSzPts val="1400"/>
              <a:buNone/>
              <a:defRPr/>
            </a:lvl4pPr>
            <a:lvl5pPr lvl="4" algn="ctr" rtl="0">
              <a:lnSpc>
                <a:spcPct val="115000"/>
              </a:lnSpc>
              <a:spcBef>
                <a:spcPts val="0"/>
              </a:spcBef>
              <a:spcAft>
                <a:spcPts val="0"/>
              </a:spcAft>
              <a:buSzPts val="1400"/>
              <a:buNone/>
              <a:defRPr/>
            </a:lvl5pPr>
            <a:lvl6pPr lvl="5" algn="ctr" rtl="0">
              <a:lnSpc>
                <a:spcPct val="115000"/>
              </a:lnSpc>
              <a:spcBef>
                <a:spcPts val="0"/>
              </a:spcBef>
              <a:spcAft>
                <a:spcPts val="0"/>
              </a:spcAft>
              <a:buSzPts val="1400"/>
              <a:buNone/>
              <a:defRPr/>
            </a:lvl6pPr>
            <a:lvl7pPr lvl="6" algn="ctr" rtl="0">
              <a:lnSpc>
                <a:spcPct val="115000"/>
              </a:lnSpc>
              <a:spcBef>
                <a:spcPts val="0"/>
              </a:spcBef>
              <a:spcAft>
                <a:spcPts val="0"/>
              </a:spcAft>
              <a:buSzPts val="1400"/>
              <a:buNone/>
              <a:defRPr/>
            </a:lvl7pPr>
            <a:lvl8pPr lvl="7" algn="ctr" rtl="0">
              <a:lnSpc>
                <a:spcPct val="115000"/>
              </a:lnSpc>
              <a:spcBef>
                <a:spcPts val="0"/>
              </a:spcBef>
              <a:spcAft>
                <a:spcPts val="0"/>
              </a:spcAft>
              <a:buSzPts val="1400"/>
              <a:buNone/>
              <a:defRPr/>
            </a:lvl8pPr>
            <a:lvl9pPr lvl="8" algn="ctr" rtl="0">
              <a:lnSpc>
                <a:spcPct val="115000"/>
              </a:lnSpc>
              <a:spcBef>
                <a:spcPts val="0"/>
              </a:spcBef>
              <a:spcAft>
                <a:spcPts val="0"/>
              </a:spcAft>
              <a:buSzPts val="1400"/>
              <a:buNone/>
              <a:defRPr/>
            </a:lvl9pPr>
          </a:lstStyle>
          <a:p>
            <a:endParaRPr/>
          </a:p>
        </p:txBody>
      </p:sp>
      <p:sp>
        <p:nvSpPr>
          <p:cNvPr id="96" name="Google Shape;96;p13"/>
          <p:cNvSpPr txBox="1">
            <a:spLocks noGrp="1"/>
          </p:cNvSpPr>
          <p:nvPr>
            <p:ph type="subTitle" idx="2"/>
          </p:nvPr>
        </p:nvSpPr>
        <p:spPr>
          <a:xfrm>
            <a:off x="788675" y="3772552"/>
            <a:ext cx="2305500" cy="5727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atin typeface="Hanken Grotesk"/>
                <a:ea typeface="Hanken Grotesk"/>
                <a:cs typeface="Hanken Grotesk"/>
                <a:sym typeface="Hanken Grotesk"/>
              </a:defRPr>
            </a:lvl1pPr>
            <a:lvl2pPr lvl="1" algn="ctr" rtl="0">
              <a:lnSpc>
                <a:spcPct val="115000"/>
              </a:lnSpc>
              <a:spcBef>
                <a:spcPts val="0"/>
              </a:spcBef>
              <a:spcAft>
                <a:spcPts val="0"/>
              </a:spcAft>
              <a:buSzPts val="1400"/>
              <a:buNone/>
              <a:defRPr/>
            </a:lvl2pPr>
            <a:lvl3pPr lvl="2" algn="ctr" rtl="0">
              <a:lnSpc>
                <a:spcPct val="115000"/>
              </a:lnSpc>
              <a:spcBef>
                <a:spcPts val="0"/>
              </a:spcBef>
              <a:spcAft>
                <a:spcPts val="0"/>
              </a:spcAft>
              <a:buSzPts val="1400"/>
              <a:buNone/>
              <a:defRPr/>
            </a:lvl3pPr>
            <a:lvl4pPr lvl="3" algn="ctr" rtl="0">
              <a:lnSpc>
                <a:spcPct val="115000"/>
              </a:lnSpc>
              <a:spcBef>
                <a:spcPts val="0"/>
              </a:spcBef>
              <a:spcAft>
                <a:spcPts val="0"/>
              </a:spcAft>
              <a:buSzPts val="1400"/>
              <a:buNone/>
              <a:defRPr/>
            </a:lvl4pPr>
            <a:lvl5pPr lvl="4" algn="ctr" rtl="0">
              <a:lnSpc>
                <a:spcPct val="115000"/>
              </a:lnSpc>
              <a:spcBef>
                <a:spcPts val="0"/>
              </a:spcBef>
              <a:spcAft>
                <a:spcPts val="0"/>
              </a:spcAft>
              <a:buSzPts val="1400"/>
              <a:buNone/>
              <a:defRPr/>
            </a:lvl5pPr>
            <a:lvl6pPr lvl="5" algn="ctr" rtl="0">
              <a:lnSpc>
                <a:spcPct val="115000"/>
              </a:lnSpc>
              <a:spcBef>
                <a:spcPts val="0"/>
              </a:spcBef>
              <a:spcAft>
                <a:spcPts val="0"/>
              </a:spcAft>
              <a:buSzPts val="1400"/>
              <a:buNone/>
              <a:defRPr/>
            </a:lvl6pPr>
            <a:lvl7pPr lvl="6" algn="ctr" rtl="0">
              <a:lnSpc>
                <a:spcPct val="115000"/>
              </a:lnSpc>
              <a:spcBef>
                <a:spcPts val="0"/>
              </a:spcBef>
              <a:spcAft>
                <a:spcPts val="0"/>
              </a:spcAft>
              <a:buSzPts val="1400"/>
              <a:buNone/>
              <a:defRPr/>
            </a:lvl7pPr>
            <a:lvl8pPr lvl="7" algn="ctr" rtl="0">
              <a:lnSpc>
                <a:spcPct val="115000"/>
              </a:lnSpc>
              <a:spcBef>
                <a:spcPts val="0"/>
              </a:spcBef>
              <a:spcAft>
                <a:spcPts val="0"/>
              </a:spcAft>
              <a:buSzPts val="1400"/>
              <a:buNone/>
              <a:defRPr/>
            </a:lvl8pPr>
            <a:lvl9pPr lvl="8" algn="ctr" rtl="0">
              <a:lnSpc>
                <a:spcPct val="115000"/>
              </a:lnSpc>
              <a:spcBef>
                <a:spcPts val="0"/>
              </a:spcBef>
              <a:spcAft>
                <a:spcPts val="0"/>
              </a:spcAft>
              <a:buSzPts val="1400"/>
              <a:buNone/>
              <a:defRPr/>
            </a:lvl9pPr>
          </a:lstStyle>
          <a:p>
            <a:endParaRPr/>
          </a:p>
        </p:txBody>
      </p:sp>
      <p:sp>
        <p:nvSpPr>
          <p:cNvPr id="97" name="Google Shape;97;p13"/>
          <p:cNvSpPr txBox="1">
            <a:spLocks noGrp="1"/>
          </p:cNvSpPr>
          <p:nvPr>
            <p:ph type="subTitle" idx="3"/>
          </p:nvPr>
        </p:nvSpPr>
        <p:spPr>
          <a:xfrm>
            <a:off x="3418500" y="3772552"/>
            <a:ext cx="2305500" cy="5727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atin typeface="Hanken Grotesk"/>
                <a:ea typeface="Hanken Grotesk"/>
                <a:cs typeface="Hanken Grotesk"/>
                <a:sym typeface="Hanken Grotesk"/>
              </a:defRPr>
            </a:lvl1pPr>
            <a:lvl2pPr lvl="1" algn="ctr" rtl="0">
              <a:lnSpc>
                <a:spcPct val="115000"/>
              </a:lnSpc>
              <a:spcBef>
                <a:spcPts val="0"/>
              </a:spcBef>
              <a:spcAft>
                <a:spcPts val="0"/>
              </a:spcAft>
              <a:buSzPts val="1400"/>
              <a:buNone/>
              <a:defRPr/>
            </a:lvl2pPr>
            <a:lvl3pPr lvl="2" algn="ctr" rtl="0">
              <a:lnSpc>
                <a:spcPct val="115000"/>
              </a:lnSpc>
              <a:spcBef>
                <a:spcPts val="0"/>
              </a:spcBef>
              <a:spcAft>
                <a:spcPts val="0"/>
              </a:spcAft>
              <a:buSzPts val="1400"/>
              <a:buNone/>
              <a:defRPr/>
            </a:lvl3pPr>
            <a:lvl4pPr lvl="3" algn="ctr" rtl="0">
              <a:lnSpc>
                <a:spcPct val="115000"/>
              </a:lnSpc>
              <a:spcBef>
                <a:spcPts val="0"/>
              </a:spcBef>
              <a:spcAft>
                <a:spcPts val="0"/>
              </a:spcAft>
              <a:buSzPts val="1400"/>
              <a:buNone/>
              <a:defRPr/>
            </a:lvl4pPr>
            <a:lvl5pPr lvl="4" algn="ctr" rtl="0">
              <a:lnSpc>
                <a:spcPct val="115000"/>
              </a:lnSpc>
              <a:spcBef>
                <a:spcPts val="0"/>
              </a:spcBef>
              <a:spcAft>
                <a:spcPts val="0"/>
              </a:spcAft>
              <a:buSzPts val="1400"/>
              <a:buNone/>
              <a:defRPr/>
            </a:lvl5pPr>
            <a:lvl6pPr lvl="5" algn="ctr" rtl="0">
              <a:lnSpc>
                <a:spcPct val="115000"/>
              </a:lnSpc>
              <a:spcBef>
                <a:spcPts val="0"/>
              </a:spcBef>
              <a:spcAft>
                <a:spcPts val="0"/>
              </a:spcAft>
              <a:buSzPts val="1400"/>
              <a:buNone/>
              <a:defRPr/>
            </a:lvl6pPr>
            <a:lvl7pPr lvl="6" algn="ctr" rtl="0">
              <a:lnSpc>
                <a:spcPct val="115000"/>
              </a:lnSpc>
              <a:spcBef>
                <a:spcPts val="0"/>
              </a:spcBef>
              <a:spcAft>
                <a:spcPts val="0"/>
              </a:spcAft>
              <a:buSzPts val="1400"/>
              <a:buNone/>
              <a:defRPr/>
            </a:lvl7pPr>
            <a:lvl8pPr lvl="7" algn="ctr" rtl="0">
              <a:lnSpc>
                <a:spcPct val="115000"/>
              </a:lnSpc>
              <a:spcBef>
                <a:spcPts val="0"/>
              </a:spcBef>
              <a:spcAft>
                <a:spcPts val="0"/>
              </a:spcAft>
              <a:buSzPts val="1400"/>
              <a:buNone/>
              <a:defRPr/>
            </a:lvl8pPr>
            <a:lvl9pPr lvl="8" algn="ctr" rtl="0">
              <a:lnSpc>
                <a:spcPct val="115000"/>
              </a:lnSpc>
              <a:spcBef>
                <a:spcPts val="0"/>
              </a:spcBef>
              <a:spcAft>
                <a:spcPts val="0"/>
              </a:spcAft>
              <a:buSzPts val="1400"/>
              <a:buNone/>
              <a:defRPr/>
            </a:lvl9pPr>
          </a:lstStyle>
          <a:p>
            <a:endParaRPr/>
          </a:p>
        </p:txBody>
      </p:sp>
      <p:sp>
        <p:nvSpPr>
          <p:cNvPr id="98" name="Google Shape;98;p13"/>
          <p:cNvSpPr txBox="1">
            <a:spLocks noGrp="1"/>
          </p:cNvSpPr>
          <p:nvPr>
            <p:ph type="subTitle" idx="4"/>
          </p:nvPr>
        </p:nvSpPr>
        <p:spPr>
          <a:xfrm>
            <a:off x="3418500" y="2105875"/>
            <a:ext cx="2305500" cy="5727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atin typeface="Hanken Grotesk"/>
                <a:ea typeface="Hanken Grotesk"/>
                <a:cs typeface="Hanken Grotesk"/>
                <a:sym typeface="Hanken Grotesk"/>
              </a:defRPr>
            </a:lvl1pPr>
            <a:lvl2pPr lvl="1" algn="ctr" rtl="0">
              <a:lnSpc>
                <a:spcPct val="115000"/>
              </a:lnSpc>
              <a:spcBef>
                <a:spcPts val="0"/>
              </a:spcBef>
              <a:spcAft>
                <a:spcPts val="0"/>
              </a:spcAft>
              <a:buSzPts val="1400"/>
              <a:buNone/>
              <a:defRPr/>
            </a:lvl2pPr>
            <a:lvl3pPr lvl="2" algn="ctr" rtl="0">
              <a:lnSpc>
                <a:spcPct val="115000"/>
              </a:lnSpc>
              <a:spcBef>
                <a:spcPts val="0"/>
              </a:spcBef>
              <a:spcAft>
                <a:spcPts val="0"/>
              </a:spcAft>
              <a:buSzPts val="1400"/>
              <a:buNone/>
              <a:defRPr/>
            </a:lvl3pPr>
            <a:lvl4pPr lvl="3" algn="ctr" rtl="0">
              <a:lnSpc>
                <a:spcPct val="115000"/>
              </a:lnSpc>
              <a:spcBef>
                <a:spcPts val="0"/>
              </a:spcBef>
              <a:spcAft>
                <a:spcPts val="0"/>
              </a:spcAft>
              <a:buSzPts val="1400"/>
              <a:buNone/>
              <a:defRPr/>
            </a:lvl4pPr>
            <a:lvl5pPr lvl="4" algn="ctr" rtl="0">
              <a:lnSpc>
                <a:spcPct val="115000"/>
              </a:lnSpc>
              <a:spcBef>
                <a:spcPts val="0"/>
              </a:spcBef>
              <a:spcAft>
                <a:spcPts val="0"/>
              </a:spcAft>
              <a:buSzPts val="1400"/>
              <a:buNone/>
              <a:defRPr/>
            </a:lvl5pPr>
            <a:lvl6pPr lvl="5" algn="ctr" rtl="0">
              <a:lnSpc>
                <a:spcPct val="115000"/>
              </a:lnSpc>
              <a:spcBef>
                <a:spcPts val="0"/>
              </a:spcBef>
              <a:spcAft>
                <a:spcPts val="0"/>
              </a:spcAft>
              <a:buSzPts val="1400"/>
              <a:buNone/>
              <a:defRPr/>
            </a:lvl6pPr>
            <a:lvl7pPr lvl="6" algn="ctr" rtl="0">
              <a:lnSpc>
                <a:spcPct val="115000"/>
              </a:lnSpc>
              <a:spcBef>
                <a:spcPts val="0"/>
              </a:spcBef>
              <a:spcAft>
                <a:spcPts val="0"/>
              </a:spcAft>
              <a:buSzPts val="1400"/>
              <a:buNone/>
              <a:defRPr/>
            </a:lvl7pPr>
            <a:lvl8pPr lvl="7" algn="ctr" rtl="0">
              <a:lnSpc>
                <a:spcPct val="115000"/>
              </a:lnSpc>
              <a:spcBef>
                <a:spcPts val="0"/>
              </a:spcBef>
              <a:spcAft>
                <a:spcPts val="0"/>
              </a:spcAft>
              <a:buSzPts val="1400"/>
              <a:buNone/>
              <a:defRPr/>
            </a:lvl8pPr>
            <a:lvl9pPr lvl="8" algn="ctr" rtl="0">
              <a:lnSpc>
                <a:spcPct val="115000"/>
              </a:lnSpc>
              <a:spcBef>
                <a:spcPts val="0"/>
              </a:spcBef>
              <a:spcAft>
                <a:spcPts val="0"/>
              </a:spcAft>
              <a:buSzPts val="1400"/>
              <a:buNone/>
              <a:defRPr/>
            </a:lvl9pPr>
          </a:lstStyle>
          <a:p>
            <a:endParaRPr/>
          </a:p>
        </p:txBody>
      </p:sp>
      <p:sp>
        <p:nvSpPr>
          <p:cNvPr id="99" name="Google Shape;99;p13"/>
          <p:cNvSpPr txBox="1">
            <a:spLocks noGrp="1"/>
          </p:cNvSpPr>
          <p:nvPr>
            <p:ph type="title" idx="5" hasCustomPrompt="1"/>
          </p:nvPr>
        </p:nvSpPr>
        <p:spPr>
          <a:xfrm>
            <a:off x="919575" y="1319650"/>
            <a:ext cx="365700" cy="365700"/>
          </a:xfrm>
          <a:prstGeom prst="rect">
            <a:avLst/>
          </a:prstGeom>
          <a:solidFill>
            <a:schemeClr val="dk1"/>
          </a:solidFill>
        </p:spPr>
        <p:txBody>
          <a:bodyPr spcFirstLastPara="1" wrap="square" lIns="91425" tIns="91425" rIns="91425" bIns="91425" anchor="ctr" anchorCtr="0">
            <a:noAutofit/>
          </a:bodyPr>
          <a:lstStyle>
            <a:lvl1pPr lvl="0" algn="ctr" rtl="0">
              <a:lnSpc>
                <a:spcPct val="115000"/>
              </a:lnSpc>
              <a:spcBef>
                <a:spcPts val="0"/>
              </a:spcBef>
              <a:spcAft>
                <a:spcPts val="0"/>
              </a:spcAft>
              <a:buSzPts val="3000"/>
              <a:buNone/>
              <a:defRPr sz="1100">
                <a:solidFill>
                  <a:schemeClr val="l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00" name="Google Shape;100;p13"/>
          <p:cNvSpPr txBox="1">
            <a:spLocks noGrp="1"/>
          </p:cNvSpPr>
          <p:nvPr>
            <p:ph type="title" idx="6" hasCustomPrompt="1"/>
          </p:nvPr>
        </p:nvSpPr>
        <p:spPr>
          <a:xfrm>
            <a:off x="3509050" y="2977575"/>
            <a:ext cx="365700" cy="365700"/>
          </a:xfrm>
          <a:prstGeom prst="rect">
            <a:avLst/>
          </a:prstGeom>
          <a:solidFill>
            <a:schemeClr val="dk1"/>
          </a:solidFill>
        </p:spPr>
        <p:txBody>
          <a:bodyPr spcFirstLastPara="1" wrap="square" lIns="91425" tIns="91425" rIns="91425" bIns="91425" anchor="ctr" anchorCtr="0">
            <a:noAutofit/>
          </a:bodyPr>
          <a:lstStyle>
            <a:lvl1pPr lvl="0" algn="ctr" rtl="0">
              <a:lnSpc>
                <a:spcPct val="115000"/>
              </a:lnSpc>
              <a:spcBef>
                <a:spcPts val="0"/>
              </a:spcBef>
              <a:spcAft>
                <a:spcPts val="0"/>
              </a:spcAft>
              <a:buSzPts val="3000"/>
              <a:buNone/>
              <a:defRPr sz="1100">
                <a:solidFill>
                  <a:schemeClr val="l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01" name="Google Shape;101;p13"/>
          <p:cNvSpPr txBox="1">
            <a:spLocks noGrp="1"/>
          </p:cNvSpPr>
          <p:nvPr>
            <p:ph type="title" idx="7" hasCustomPrompt="1"/>
          </p:nvPr>
        </p:nvSpPr>
        <p:spPr>
          <a:xfrm>
            <a:off x="919575" y="2977575"/>
            <a:ext cx="365700" cy="365700"/>
          </a:xfrm>
          <a:prstGeom prst="rect">
            <a:avLst/>
          </a:prstGeom>
          <a:solidFill>
            <a:schemeClr val="dk1"/>
          </a:solidFill>
        </p:spPr>
        <p:txBody>
          <a:bodyPr spcFirstLastPara="1" wrap="square" lIns="91425" tIns="91425" rIns="91425" bIns="91425" anchor="ctr" anchorCtr="0">
            <a:noAutofit/>
          </a:bodyPr>
          <a:lstStyle>
            <a:lvl1pPr lvl="0" algn="ctr" rtl="0">
              <a:lnSpc>
                <a:spcPct val="115000"/>
              </a:lnSpc>
              <a:spcBef>
                <a:spcPts val="0"/>
              </a:spcBef>
              <a:spcAft>
                <a:spcPts val="0"/>
              </a:spcAft>
              <a:buSzPts val="3000"/>
              <a:buNone/>
              <a:defRPr sz="1100">
                <a:solidFill>
                  <a:schemeClr val="l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02" name="Google Shape;102;p13"/>
          <p:cNvSpPr txBox="1">
            <a:spLocks noGrp="1"/>
          </p:cNvSpPr>
          <p:nvPr>
            <p:ph type="title" idx="8" hasCustomPrompt="1"/>
          </p:nvPr>
        </p:nvSpPr>
        <p:spPr>
          <a:xfrm>
            <a:off x="3528275" y="1319650"/>
            <a:ext cx="365700" cy="365700"/>
          </a:xfrm>
          <a:prstGeom prst="rect">
            <a:avLst/>
          </a:prstGeom>
          <a:solidFill>
            <a:schemeClr val="dk1"/>
          </a:solidFill>
        </p:spPr>
        <p:txBody>
          <a:bodyPr spcFirstLastPara="1" wrap="square" lIns="91425" tIns="91425" rIns="91425" bIns="91425" anchor="ctr" anchorCtr="0">
            <a:noAutofit/>
          </a:bodyPr>
          <a:lstStyle>
            <a:lvl1pPr lvl="0" algn="ctr" rtl="0">
              <a:lnSpc>
                <a:spcPct val="115000"/>
              </a:lnSpc>
              <a:spcBef>
                <a:spcPts val="0"/>
              </a:spcBef>
              <a:spcAft>
                <a:spcPts val="0"/>
              </a:spcAft>
              <a:buSzPts val="3000"/>
              <a:buNone/>
              <a:defRPr sz="1100">
                <a:solidFill>
                  <a:schemeClr val="l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03" name="Google Shape;103;p13"/>
          <p:cNvSpPr txBox="1">
            <a:spLocks noGrp="1"/>
          </p:cNvSpPr>
          <p:nvPr>
            <p:ph type="subTitle" idx="9"/>
          </p:nvPr>
        </p:nvSpPr>
        <p:spPr>
          <a:xfrm>
            <a:off x="6048325" y="3772552"/>
            <a:ext cx="2305500" cy="5727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atin typeface="Hanken Grotesk"/>
                <a:ea typeface="Hanken Grotesk"/>
                <a:cs typeface="Hanken Grotesk"/>
                <a:sym typeface="Hanken Grotesk"/>
              </a:defRPr>
            </a:lvl1pPr>
            <a:lvl2pPr lvl="1" algn="ctr" rtl="0">
              <a:lnSpc>
                <a:spcPct val="115000"/>
              </a:lnSpc>
              <a:spcBef>
                <a:spcPts val="0"/>
              </a:spcBef>
              <a:spcAft>
                <a:spcPts val="0"/>
              </a:spcAft>
              <a:buSzPts val="1400"/>
              <a:buNone/>
              <a:defRPr/>
            </a:lvl2pPr>
            <a:lvl3pPr lvl="2" algn="ctr" rtl="0">
              <a:lnSpc>
                <a:spcPct val="115000"/>
              </a:lnSpc>
              <a:spcBef>
                <a:spcPts val="0"/>
              </a:spcBef>
              <a:spcAft>
                <a:spcPts val="0"/>
              </a:spcAft>
              <a:buSzPts val="1400"/>
              <a:buNone/>
              <a:defRPr/>
            </a:lvl3pPr>
            <a:lvl4pPr lvl="3" algn="ctr" rtl="0">
              <a:lnSpc>
                <a:spcPct val="115000"/>
              </a:lnSpc>
              <a:spcBef>
                <a:spcPts val="0"/>
              </a:spcBef>
              <a:spcAft>
                <a:spcPts val="0"/>
              </a:spcAft>
              <a:buSzPts val="1400"/>
              <a:buNone/>
              <a:defRPr/>
            </a:lvl4pPr>
            <a:lvl5pPr lvl="4" algn="ctr" rtl="0">
              <a:lnSpc>
                <a:spcPct val="115000"/>
              </a:lnSpc>
              <a:spcBef>
                <a:spcPts val="0"/>
              </a:spcBef>
              <a:spcAft>
                <a:spcPts val="0"/>
              </a:spcAft>
              <a:buSzPts val="1400"/>
              <a:buNone/>
              <a:defRPr/>
            </a:lvl5pPr>
            <a:lvl6pPr lvl="5" algn="ctr" rtl="0">
              <a:lnSpc>
                <a:spcPct val="115000"/>
              </a:lnSpc>
              <a:spcBef>
                <a:spcPts val="0"/>
              </a:spcBef>
              <a:spcAft>
                <a:spcPts val="0"/>
              </a:spcAft>
              <a:buSzPts val="1400"/>
              <a:buNone/>
              <a:defRPr/>
            </a:lvl6pPr>
            <a:lvl7pPr lvl="6" algn="ctr" rtl="0">
              <a:lnSpc>
                <a:spcPct val="115000"/>
              </a:lnSpc>
              <a:spcBef>
                <a:spcPts val="0"/>
              </a:spcBef>
              <a:spcAft>
                <a:spcPts val="0"/>
              </a:spcAft>
              <a:buSzPts val="1400"/>
              <a:buNone/>
              <a:defRPr/>
            </a:lvl7pPr>
            <a:lvl8pPr lvl="7" algn="ctr" rtl="0">
              <a:lnSpc>
                <a:spcPct val="115000"/>
              </a:lnSpc>
              <a:spcBef>
                <a:spcPts val="0"/>
              </a:spcBef>
              <a:spcAft>
                <a:spcPts val="0"/>
              </a:spcAft>
              <a:buSzPts val="1400"/>
              <a:buNone/>
              <a:defRPr/>
            </a:lvl8pPr>
            <a:lvl9pPr lvl="8" algn="ctr" rtl="0">
              <a:lnSpc>
                <a:spcPct val="115000"/>
              </a:lnSpc>
              <a:spcBef>
                <a:spcPts val="0"/>
              </a:spcBef>
              <a:spcAft>
                <a:spcPts val="0"/>
              </a:spcAft>
              <a:buSzPts val="1400"/>
              <a:buNone/>
              <a:defRPr/>
            </a:lvl9pPr>
          </a:lstStyle>
          <a:p>
            <a:endParaRPr/>
          </a:p>
        </p:txBody>
      </p:sp>
      <p:sp>
        <p:nvSpPr>
          <p:cNvPr id="104" name="Google Shape;104;p13"/>
          <p:cNvSpPr txBox="1">
            <a:spLocks noGrp="1"/>
          </p:cNvSpPr>
          <p:nvPr>
            <p:ph type="subTitle" idx="13"/>
          </p:nvPr>
        </p:nvSpPr>
        <p:spPr>
          <a:xfrm>
            <a:off x="6048325" y="2105875"/>
            <a:ext cx="2305500" cy="5727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atin typeface="Hanken Grotesk"/>
                <a:ea typeface="Hanken Grotesk"/>
                <a:cs typeface="Hanken Grotesk"/>
                <a:sym typeface="Hanken Grotesk"/>
              </a:defRPr>
            </a:lvl1pPr>
            <a:lvl2pPr lvl="1" algn="ctr" rtl="0">
              <a:lnSpc>
                <a:spcPct val="115000"/>
              </a:lnSpc>
              <a:spcBef>
                <a:spcPts val="0"/>
              </a:spcBef>
              <a:spcAft>
                <a:spcPts val="0"/>
              </a:spcAft>
              <a:buSzPts val="1400"/>
              <a:buNone/>
              <a:defRPr/>
            </a:lvl2pPr>
            <a:lvl3pPr lvl="2" algn="ctr" rtl="0">
              <a:lnSpc>
                <a:spcPct val="115000"/>
              </a:lnSpc>
              <a:spcBef>
                <a:spcPts val="0"/>
              </a:spcBef>
              <a:spcAft>
                <a:spcPts val="0"/>
              </a:spcAft>
              <a:buSzPts val="1400"/>
              <a:buNone/>
              <a:defRPr/>
            </a:lvl3pPr>
            <a:lvl4pPr lvl="3" algn="ctr" rtl="0">
              <a:lnSpc>
                <a:spcPct val="115000"/>
              </a:lnSpc>
              <a:spcBef>
                <a:spcPts val="0"/>
              </a:spcBef>
              <a:spcAft>
                <a:spcPts val="0"/>
              </a:spcAft>
              <a:buSzPts val="1400"/>
              <a:buNone/>
              <a:defRPr/>
            </a:lvl4pPr>
            <a:lvl5pPr lvl="4" algn="ctr" rtl="0">
              <a:lnSpc>
                <a:spcPct val="115000"/>
              </a:lnSpc>
              <a:spcBef>
                <a:spcPts val="0"/>
              </a:spcBef>
              <a:spcAft>
                <a:spcPts val="0"/>
              </a:spcAft>
              <a:buSzPts val="1400"/>
              <a:buNone/>
              <a:defRPr/>
            </a:lvl5pPr>
            <a:lvl6pPr lvl="5" algn="ctr" rtl="0">
              <a:lnSpc>
                <a:spcPct val="115000"/>
              </a:lnSpc>
              <a:spcBef>
                <a:spcPts val="0"/>
              </a:spcBef>
              <a:spcAft>
                <a:spcPts val="0"/>
              </a:spcAft>
              <a:buSzPts val="1400"/>
              <a:buNone/>
              <a:defRPr/>
            </a:lvl6pPr>
            <a:lvl7pPr lvl="6" algn="ctr" rtl="0">
              <a:lnSpc>
                <a:spcPct val="115000"/>
              </a:lnSpc>
              <a:spcBef>
                <a:spcPts val="0"/>
              </a:spcBef>
              <a:spcAft>
                <a:spcPts val="0"/>
              </a:spcAft>
              <a:buSzPts val="1400"/>
              <a:buNone/>
              <a:defRPr/>
            </a:lvl7pPr>
            <a:lvl8pPr lvl="7" algn="ctr" rtl="0">
              <a:lnSpc>
                <a:spcPct val="115000"/>
              </a:lnSpc>
              <a:spcBef>
                <a:spcPts val="0"/>
              </a:spcBef>
              <a:spcAft>
                <a:spcPts val="0"/>
              </a:spcAft>
              <a:buSzPts val="1400"/>
              <a:buNone/>
              <a:defRPr/>
            </a:lvl8pPr>
            <a:lvl9pPr lvl="8" algn="ctr" rtl="0">
              <a:lnSpc>
                <a:spcPct val="115000"/>
              </a:lnSpc>
              <a:spcBef>
                <a:spcPts val="0"/>
              </a:spcBef>
              <a:spcAft>
                <a:spcPts val="0"/>
              </a:spcAft>
              <a:buSzPts val="1400"/>
              <a:buNone/>
              <a:defRPr/>
            </a:lvl9pPr>
          </a:lstStyle>
          <a:p>
            <a:endParaRPr/>
          </a:p>
        </p:txBody>
      </p:sp>
      <p:sp>
        <p:nvSpPr>
          <p:cNvPr id="105" name="Google Shape;105;p13"/>
          <p:cNvSpPr txBox="1">
            <a:spLocks noGrp="1"/>
          </p:cNvSpPr>
          <p:nvPr>
            <p:ph type="title" idx="14" hasCustomPrompt="1"/>
          </p:nvPr>
        </p:nvSpPr>
        <p:spPr>
          <a:xfrm>
            <a:off x="6136975" y="2977575"/>
            <a:ext cx="365700" cy="365700"/>
          </a:xfrm>
          <a:prstGeom prst="rect">
            <a:avLst/>
          </a:prstGeom>
          <a:solidFill>
            <a:schemeClr val="dk1"/>
          </a:solidFill>
        </p:spPr>
        <p:txBody>
          <a:bodyPr spcFirstLastPara="1" wrap="square" lIns="91425" tIns="91425" rIns="91425" bIns="91425" anchor="ctr" anchorCtr="0">
            <a:noAutofit/>
          </a:bodyPr>
          <a:lstStyle>
            <a:lvl1pPr lvl="0" algn="ctr" rtl="0">
              <a:lnSpc>
                <a:spcPct val="115000"/>
              </a:lnSpc>
              <a:spcBef>
                <a:spcPts val="0"/>
              </a:spcBef>
              <a:spcAft>
                <a:spcPts val="0"/>
              </a:spcAft>
              <a:buSzPts val="3000"/>
              <a:buNone/>
              <a:defRPr sz="1100">
                <a:solidFill>
                  <a:schemeClr val="l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06" name="Google Shape;106;p13"/>
          <p:cNvSpPr txBox="1">
            <a:spLocks noGrp="1"/>
          </p:cNvSpPr>
          <p:nvPr>
            <p:ph type="title" idx="15" hasCustomPrompt="1"/>
          </p:nvPr>
        </p:nvSpPr>
        <p:spPr>
          <a:xfrm>
            <a:off x="6136975" y="1319650"/>
            <a:ext cx="365700" cy="365700"/>
          </a:xfrm>
          <a:prstGeom prst="rect">
            <a:avLst/>
          </a:prstGeom>
          <a:solidFill>
            <a:schemeClr val="dk1"/>
          </a:solidFill>
        </p:spPr>
        <p:txBody>
          <a:bodyPr spcFirstLastPara="1" wrap="square" lIns="91425" tIns="91425" rIns="91425" bIns="91425" anchor="ctr" anchorCtr="0">
            <a:noAutofit/>
          </a:bodyPr>
          <a:lstStyle>
            <a:lvl1pPr lvl="0" algn="ctr" rtl="0">
              <a:lnSpc>
                <a:spcPct val="115000"/>
              </a:lnSpc>
              <a:spcBef>
                <a:spcPts val="0"/>
              </a:spcBef>
              <a:spcAft>
                <a:spcPts val="0"/>
              </a:spcAft>
              <a:buSzPts val="3000"/>
              <a:buNone/>
              <a:defRPr sz="1100">
                <a:solidFill>
                  <a:schemeClr val="l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107" name="Google Shape;107;p13"/>
          <p:cNvSpPr txBox="1">
            <a:spLocks noGrp="1"/>
          </p:cNvSpPr>
          <p:nvPr>
            <p:ph type="subTitle" idx="16"/>
          </p:nvPr>
        </p:nvSpPr>
        <p:spPr>
          <a:xfrm>
            <a:off x="788675" y="1848775"/>
            <a:ext cx="2305500" cy="3852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Figtree Black"/>
              <a:buNone/>
              <a:defRPr sz="1800">
                <a:latin typeface="Figtree Black"/>
                <a:ea typeface="Figtree Black"/>
                <a:cs typeface="Figtree Black"/>
                <a:sym typeface="Figtree Black"/>
              </a:defRPr>
            </a:lvl1pPr>
            <a:lvl2pPr lvl="1"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2pPr>
            <a:lvl3pPr lvl="2"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3pPr>
            <a:lvl4pPr lvl="3"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4pPr>
            <a:lvl5pPr lvl="4"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5pPr>
            <a:lvl6pPr lvl="5"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6pPr>
            <a:lvl7pPr lvl="6"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7pPr>
            <a:lvl8pPr lvl="7"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8pPr>
            <a:lvl9pPr lvl="8"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9pPr>
          </a:lstStyle>
          <a:p>
            <a:endParaRPr/>
          </a:p>
        </p:txBody>
      </p:sp>
      <p:sp>
        <p:nvSpPr>
          <p:cNvPr id="108" name="Google Shape;108;p13"/>
          <p:cNvSpPr txBox="1">
            <a:spLocks noGrp="1"/>
          </p:cNvSpPr>
          <p:nvPr>
            <p:ph type="subTitle" idx="17"/>
          </p:nvPr>
        </p:nvSpPr>
        <p:spPr>
          <a:xfrm>
            <a:off x="788675" y="3503023"/>
            <a:ext cx="2305500" cy="3852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Figtree Black"/>
              <a:buNone/>
              <a:defRPr sz="1800">
                <a:latin typeface="Figtree Black"/>
                <a:ea typeface="Figtree Black"/>
                <a:cs typeface="Figtree Black"/>
                <a:sym typeface="Figtree Black"/>
              </a:defRPr>
            </a:lvl1pPr>
            <a:lvl2pPr lvl="1"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2pPr>
            <a:lvl3pPr lvl="2"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3pPr>
            <a:lvl4pPr lvl="3"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4pPr>
            <a:lvl5pPr lvl="4"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5pPr>
            <a:lvl6pPr lvl="5"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6pPr>
            <a:lvl7pPr lvl="6"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7pPr>
            <a:lvl8pPr lvl="7"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8pPr>
            <a:lvl9pPr lvl="8"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9pPr>
          </a:lstStyle>
          <a:p>
            <a:endParaRPr/>
          </a:p>
        </p:txBody>
      </p:sp>
      <p:sp>
        <p:nvSpPr>
          <p:cNvPr id="109" name="Google Shape;109;p13"/>
          <p:cNvSpPr txBox="1">
            <a:spLocks noGrp="1"/>
          </p:cNvSpPr>
          <p:nvPr>
            <p:ph type="subTitle" idx="18"/>
          </p:nvPr>
        </p:nvSpPr>
        <p:spPr>
          <a:xfrm>
            <a:off x="3418500" y="3503023"/>
            <a:ext cx="2305500" cy="3852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Figtree Black"/>
              <a:buNone/>
              <a:defRPr sz="1800">
                <a:latin typeface="Figtree Black"/>
                <a:ea typeface="Figtree Black"/>
                <a:cs typeface="Figtree Black"/>
                <a:sym typeface="Figtree Black"/>
              </a:defRPr>
            </a:lvl1pPr>
            <a:lvl2pPr lvl="1"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2pPr>
            <a:lvl3pPr lvl="2"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3pPr>
            <a:lvl4pPr lvl="3"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4pPr>
            <a:lvl5pPr lvl="4"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5pPr>
            <a:lvl6pPr lvl="5"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6pPr>
            <a:lvl7pPr lvl="6"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7pPr>
            <a:lvl8pPr lvl="7"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8pPr>
            <a:lvl9pPr lvl="8"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9pPr>
          </a:lstStyle>
          <a:p>
            <a:endParaRPr/>
          </a:p>
        </p:txBody>
      </p:sp>
      <p:sp>
        <p:nvSpPr>
          <p:cNvPr id="110" name="Google Shape;110;p13"/>
          <p:cNvSpPr txBox="1">
            <a:spLocks noGrp="1"/>
          </p:cNvSpPr>
          <p:nvPr>
            <p:ph type="subTitle" idx="19"/>
          </p:nvPr>
        </p:nvSpPr>
        <p:spPr>
          <a:xfrm>
            <a:off x="3418500" y="1848775"/>
            <a:ext cx="2305500" cy="3852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Figtree Black"/>
              <a:buNone/>
              <a:defRPr sz="1800">
                <a:latin typeface="Figtree Black"/>
                <a:ea typeface="Figtree Black"/>
                <a:cs typeface="Figtree Black"/>
                <a:sym typeface="Figtree Black"/>
              </a:defRPr>
            </a:lvl1pPr>
            <a:lvl2pPr lvl="1"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2pPr>
            <a:lvl3pPr lvl="2"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3pPr>
            <a:lvl4pPr lvl="3"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4pPr>
            <a:lvl5pPr lvl="4"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5pPr>
            <a:lvl6pPr lvl="5"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6pPr>
            <a:lvl7pPr lvl="6"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7pPr>
            <a:lvl8pPr lvl="7"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8pPr>
            <a:lvl9pPr lvl="8"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9pPr>
          </a:lstStyle>
          <a:p>
            <a:endParaRPr/>
          </a:p>
        </p:txBody>
      </p:sp>
      <p:sp>
        <p:nvSpPr>
          <p:cNvPr id="111" name="Google Shape;111;p13"/>
          <p:cNvSpPr txBox="1">
            <a:spLocks noGrp="1"/>
          </p:cNvSpPr>
          <p:nvPr>
            <p:ph type="subTitle" idx="20"/>
          </p:nvPr>
        </p:nvSpPr>
        <p:spPr>
          <a:xfrm>
            <a:off x="6048325" y="3503023"/>
            <a:ext cx="2305500" cy="3852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Figtree Black"/>
              <a:buNone/>
              <a:defRPr sz="1800">
                <a:latin typeface="Figtree Black"/>
                <a:ea typeface="Figtree Black"/>
                <a:cs typeface="Figtree Black"/>
                <a:sym typeface="Figtree Black"/>
              </a:defRPr>
            </a:lvl1pPr>
            <a:lvl2pPr lvl="1"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2pPr>
            <a:lvl3pPr lvl="2"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3pPr>
            <a:lvl4pPr lvl="3"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4pPr>
            <a:lvl5pPr lvl="4"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5pPr>
            <a:lvl6pPr lvl="5"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6pPr>
            <a:lvl7pPr lvl="6"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7pPr>
            <a:lvl8pPr lvl="7"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8pPr>
            <a:lvl9pPr lvl="8"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9pPr>
          </a:lstStyle>
          <a:p>
            <a:endParaRPr/>
          </a:p>
        </p:txBody>
      </p:sp>
      <p:sp>
        <p:nvSpPr>
          <p:cNvPr id="112" name="Google Shape;112;p13"/>
          <p:cNvSpPr txBox="1">
            <a:spLocks noGrp="1"/>
          </p:cNvSpPr>
          <p:nvPr>
            <p:ph type="subTitle" idx="21"/>
          </p:nvPr>
        </p:nvSpPr>
        <p:spPr>
          <a:xfrm>
            <a:off x="6048325" y="1848775"/>
            <a:ext cx="2305500" cy="3852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Figtree Black"/>
              <a:buNone/>
              <a:defRPr sz="1800">
                <a:latin typeface="Figtree Black"/>
                <a:ea typeface="Figtree Black"/>
                <a:cs typeface="Figtree Black"/>
                <a:sym typeface="Figtree Black"/>
              </a:defRPr>
            </a:lvl1pPr>
            <a:lvl2pPr lvl="1"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2pPr>
            <a:lvl3pPr lvl="2"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3pPr>
            <a:lvl4pPr lvl="3"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4pPr>
            <a:lvl5pPr lvl="4"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5pPr>
            <a:lvl6pPr lvl="5"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6pPr>
            <a:lvl7pPr lvl="6"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7pPr>
            <a:lvl8pPr lvl="7"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8pPr>
            <a:lvl9pPr lvl="8" algn="ctr"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9pPr>
          </a:lstStyle>
          <a:p>
            <a:endParaRPr/>
          </a:p>
        </p:txBody>
      </p:sp>
    </p:spTree>
    <p:extLst>
      <p:ext uri="{BB962C8B-B14F-4D97-AF65-F5344CB8AC3E}">
        <p14:creationId xmlns:p14="http://schemas.microsoft.com/office/powerpoint/2010/main" val="320994176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type="secHead">
  <p:cSld name="1_Section header">
    <p:spTree>
      <p:nvGrpSpPr>
        <p:cNvPr id="1" name="Shape 16"/>
        <p:cNvGrpSpPr/>
        <p:nvPr/>
      </p:nvGrpSpPr>
      <p:grpSpPr>
        <a:xfrm>
          <a:off x="0" y="0"/>
          <a:ext cx="0" cy="0"/>
          <a:chOff x="0" y="0"/>
          <a:chExt cx="0" cy="0"/>
        </a:xfrm>
      </p:grpSpPr>
      <p:sp>
        <p:nvSpPr>
          <p:cNvPr id="22" name="Google Shape;22;p3"/>
          <p:cNvSpPr txBox="1">
            <a:spLocks noGrp="1"/>
          </p:cNvSpPr>
          <p:nvPr>
            <p:ph type="title"/>
          </p:nvPr>
        </p:nvSpPr>
        <p:spPr>
          <a:xfrm>
            <a:off x="1216475" y="1977150"/>
            <a:ext cx="5067600" cy="841800"/>
          </a:xfrm>
          <a:prstGeom prst="rect">
            <a:avLst/>
          </a:prstGeom>
        </p:spPr>
        <p:txBody>
          <a:bodyPr spcFirstLastPara="1" wrap="square" lIns="91425" tIns="91425" rIns="91425" bIns="91425" anchor="b" anchorCtr="0">
            <a:noAutofit/>
          </a:bodyPr>
          <a:lstStyle>
            <a:lvl1pPr lvl="0">
              <a:spcBef>
                <a:spcPts val="0"/>
              </a:spcBef>
              <a:spcAft>
                <a:spcPts val="0"/>
              </a:spcAft>
              <a:buSzPts val="3600"/>
              <a:buNone/>
              <a:defRPr sz="50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23" name="Google Shape;23;p3"/>
          <p:cNvSpPr txBox="1">
            <a:spLocks noGrp="1"/>
          </p:cNvSpPr>
          <p:nvPr>
            <p:ph type="title" idx="2" hasCustomPrompt="1"/>
          </p:nvPr>
        </p:nvSpPr>
        <p:spPr>
          <a:xfrm>
            <a:off x="720000" y="533550"/>
            <a:ext cx="824400" cy="705000"/>
          </a:xfrm>
          <a:prstGeom prst="rect">
            <a:avLst/>
          </a:prstGeom>
          <a:solidFill>
            <a:schemeClr val="dk1"/>
          </a:solidFill>
        </p:spPr>
        <p:txBody>
          <a:bodyPr spcFirstLastPara="1" wrap="square" lIns="91425" tIns="91425" rIns="91425" bIns="91425" anchor="ctr" anchorCtr="0">
            <a:noAutofit/>
          </a:bodyPr>
          <a:lstStyle>
            <a:lvl1pPr lvl="0" algn="ctr" rtl="0">
              <a:spcBef>
                <a:spcPts val="0"/>
              </a:spcBef>
              <a:spcAft>
                <a:spcPts val="0"/>
              </a:spcAft>
              <a:buSzPts val="6000"/>
              <a:buNone/>
              <a:defRPr sz="3300">
                <a:solidFill>
                  <a:schemeClr val="lt1"/>
                </a:solidFill>
              </a:defRPr>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24" name="Google Shape;24;p3"/>
          <p:cNvSpPr txBox="1">
            <a:spLocks noGrp="1"/>
          </p:cNvSpPr>
          <p:nvPr>
            <p:ph type="subTitle" idx="1"/>
          </p:nvPr>
        </p:nvSpPr>
        <p:spPr>
          <a:xfrm>
            <a:off x="1216475" y="2730750"/>
            <a:ext cx="5067600" cy="435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chemeClr val="dk1"/>
              </a:buClr>
              <a:buSzPts val="1400"/>
              <a:buNone/>
              <a:defRPr>
                <a:solidFill>
                  <a:schemeClr val="dk1"/>
                </a:solidFill>
                <a:latin typeface="Hanken Grotesk"/>
                <a:ea typeface="Hanken Grotesk"/>
                <a:cs typeface="Hanken Grotesk"/>
                <a:sym typeface="Hanken Grotesk"/>
              </a:defRPr>
            </a:lvl1pPr>
            <a:lvl2pPr lvl="1" algn="ctr" rtl="0">
              <a:lnSpc>
                <a:spcPct val="100000"/>
              </a:lnSpc>
              <a:spcBef>
                <a:spcPts val="0"/>
              </a:spcBef>
              <a:spcAft>
                <a:spcPts val="0"/>
              </a:spcAft>
              <a:buClr>
                <a:schemeClr val="dk1"/>
              </a:buClr>
              <a:buSzPts val="1400"/>
              <a:buNone/>
              <a:defRPr>
                <a:solidFill>
                  <a:schemeClr val="dk1"/>
                </a:solidFill>
              </a:defRPr>
            </a:lvl2pPr>
            <a:lvl3pPr lvl="2" algn="ctr" rtl="0">
              <a:lnSpc>
                <a:spcPct val="100000"/>
              </a:lnSpc>
              <a:spcBef>
                <a:spcPts val="0"/>
              </a:spcBef>
              <a:spcAft>
                <a:spcPts val="0"/>
              </a:spcAft>
              <a:buClr>
                <a:schemeClr val="dk1"/>
              </a:buClr>
              <a:buSzPts val="1400"/>
              <a:buNone/>
              <a:defRPr>
                <a:solidFill>
                  <a:schemeClr val="dk1"/>
                </a:solidFill>
              </a:defRPr>
            </a:lvl3pPr>
            <a:lvl4pPr lvl="3" algn="ctr" rtl="0">
              <a:lnSpc>
                <a:spcPct val="100000"/>
              </a:lnSpc>
              <a:spcBef>
                <a:spcPts val="0"/>
              </a:spcBef>
              <a:spcAft>
                <a:spcPts val="0"/>
              </a:spcAft>
              <a:buClr>
                <a:schemeClr val="dk1"/>
              </a:buClr>
              <a:buSzPts val="1400"/>
              <a:buNone/>
              <a:defRPr>
                <a:solidFill>
                  <a:schemeClr val="dk1"/>
                </a:solidFill>
              </a:defRPr>
            </a:lvl4pPr>
            <a:lvl5pPr lvl="4" algn="ctr" rtl="0">
              <a:lnSpc>
                <a:spcPct val="100000"/>
              </a:lnSpc>
              <a:spcBef>
                <a:spcPts val="0"/>
              </a:spcBef>
              <a:spcAft>
                <a:spcPts val="0"/>
              </a:spcAft>
              <a:buClr>
                <a:schemeClr val="dk1"/>
              </a:buClr>
              <a:buSzPts val="1400"/>
              <a:buNone/>
              <a:defRPr>
                <a:solidFill>
                  <a:schemeClr val="dk1"/>
                </a:solidFill>
              </a:defRPr>
            </a:lvl5pPr>
            <a:lvl6pPr lvl="5" algn="ctr" rtl="0">
              <a:lnSpc>
                <a:spcPct val="100000"/>
              </a:lnSpc>
              <a:spcBef>
                <a:spcPts val="0"/>
              </a:spcBef>
              <a:spcAft>
                <a:spcPts val="0"/>
              </a:spcAft>
              <a:buClr>
                <a:schemeClr val="dk1"/>
              </a:buClr>
              <a:buSzPts val="1400"/>
              <a:buNone/>
              <a:defRPr>
                <a:solidFill>
                  <a:schemeClr val="dk1"/>
                </a:solidFill>
              </a:defRPr>
            </a:lvl6pPr>
            <a:lvl7pPr lvl="6" algn="ctr" rtl="0">
              <a:lnSpc>
                <a:spcPct val="100000"/>
              </a:lnSpc>
              <a:spcBef>
                <a:spcPts val="0"/>
              </a:spcBef>
              <a:spcAft>
                <a:spcPts val="0"/>
              </a:spcAft>
              <a:buClr>
                <a:schemeClr val="dk1"/>
              </a:buClr>
              <a:buSzPts val="1400"/>
              <a:buNone/>
              <a:defRPr>
                <a:solidFill>
                  <a:schemeClr val="dk1"/>
                </a:solidFill>
              </a:defRPr>
            </a:lvl7pPr>
            <a:lvl8pPr lvl="7" algn="ctr" rtl="0">
              <a:lnSpc>
                <a:spcPct val="100000"/>
              </a:lnSpc>
              <a:spcBef>
                <a:spcPts val="0"/>
              </a:spcBef>
              <a:spcAft>
                <a:spcPts val="0"/>
              </a:spcAft>
              <a:buClr>
                <a:schemeClr val="dk1"/>
              </a:buClr>
              <a:buSzPts val="1400"/>
              <a:buNone/>
              <a:defRPr>
                <a:solidFill>
                  <a:schemeClr val="dk1"/>
                </a:solidFill>
              </a:defRPr>
            </a:lvl8pPr>
            <a:lvl9pPr lvl="8" algn="ctr" rtl="0">
              <a:lnSpc>
                <a:spcPct val="100000"/>
              </a:lnSpc>
              <a:spcBef>
                <a:spcPts val="0"/>
              </a:spcBef>
              <a:spcAft>
                <a:spcPts val="0"/>
              </a:spcAft>
              <a:buClr>
                <a:schemeClr val="dk1"/>
              </a:buClr>
              <a:buSzPts val="1400"/>
              <a:buNone/>
              <a:defRPr>
                <a:solidFill>
                  <a:schemeClr val="dk1"/>
                </a:solidFill>
              </a:defRPr>
            </a:lvl9pPr>
          </a:lstStyle>
          <a:p>
            <a:endParaRPr/>
          </a:p>
        </p:txBody>
      </p:sp>
    </p:spTree>
    <p:extLst>
      <p:ext uri="{BB962C8B-B14F-4D97-AF65-F5344CB8AC3E}">
        <p14:creationId xmlns:p14="http://schemas.microsoft.com/office/powerpoint/2010/main" val="262664652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Quote">
  <p:cSld name="Quote">
    <p:spTree>
      <p:nvGrpSpPr>
        <p:cNvPr id="1" name="Shape 113"/>
        <p:cNvGrpSpPr/>
        <p:nvPr/>
      </p:nvGrpSpPr>
      <p:grpSpPr>
        <a:xfrm>
          <a:off x="0" y="0"/>
          <a:ext cx="0" cy="0"/>
          <a:chOff x="0" y="0"/>
          <a:chExt cx="0" cy="0"/>
        </a:xfrm>
      </p:grpSpPr>
      <p:sp>
        <p:nvSpPr>
          <p:cNvPr id="119" name="Google Shape;119;p14"/>
          <p:cNvSpPr txBox="1">
            <a:spLocks noGrp="1"/>
          </p:cNvSpPr>
          <p:nvPr>
            <p:ph type="title"/>
          </p:nvPr>
        </p:nvSpPr>
        <p:spPr>
          <a:xfrm>
            <a:off x="2212125" y="2464650"/>
            <a:ext cx="5913900" cy="531900"/>
          </a:xfrm>
          <a:prstGeom prst="rect">
            <a:avLst/>
          </a:prstGeom>
        </p:spPr>
        <p:txBody>
          <a:bodyPr spcFirstLastPara="1" wrap="square" lIns="91425" tIns="91425" rIns="91425" bIns="91425" anchor="t" anchorCtr="0">
            <a:noAutofit/>
          </a:bodyPr>
          <a:lstStyle>
            <a:lvl1pPr lvl="0" algn="r" rtl="0">
              <a:lnSpc>
                <a:spcPct val="115000"/>
              </a:lnSpc>
              <a:spcBef>
                <a:spcPts val="0"/>
              </a:spcBef>
              <a:spcAft>
                <a:spcPts val="0"/>
              </a:spcAft>
              <a:buSzPts val="3000"/>
              <a:buNone/>
              <a:defRPr sz="2800"/>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a:endParaRPr/>
          </a:p>
        </p:txBody>
      </p:sp>
      <p:sp>
        <p:nvSpPr>
          <p:cNvPr id="120" name="Google Shape;120;p14"/>
          <p:cNvSpPr txBox="1">
            <a:spLocks noGrp="1"/>
          </p:cNvSpPr>
          <p:nvPr>
            <p:ph type="subTitle" idx="1"/>
          </p:nvPr>
        </p:nvSpPr>
        <p:spPr>
          <a:xfrm>
            <a:off x="2212125" y="838350"/>
            <a:ext cx="5913900" cy="1626300"/>
          </a:xfrm>
          <a:prstGeom prst="rect">
            <a:avLst/>
          </a:prstGeom>
        </p:spPr>
        <p:txBody>
          <a:bodyPr spcFirstLastPara="1" wrap="square" lIns="91425" tIns="91425" rIns="91425" bIns="91425" anchor="b" anchorCtr="0">
            <a:noAutofit/>
          </a:bodyPr>
          <a:lstStyle>
            <a:lvl1pPr lvl="0" algn="r" rtl="0">
              <a:spcBef>
                <a:spcPts val="0"/>
              </a:spcBef>
              <a:spcAft>
                <a:spcPts val="0"/>
              </a:spcAft>
              <a:buSzPts val="3000"/>
              <a:buNone/>
              <a:defRPr sz="2500">
                <a:latin typeface="Hanken Grotesk"/>
                <a:ea typeface="Hanken Grotesk"/>
                <a:cs typeface="Hanken Grotesk"/>
                <a:sym typeface="Hanken Grotesk"/>
              </a:defRPr>
            </a:lvl1pPr>
            <a:lvl2pPr lvl="1" algn="ctr" rtl="0">
              <a:lnSpc>
                <a:spcPct val="100000"/>
              </a:lnSpc>
              <a:spcBef>
                <a:spcPts val="0"/>
              </a:spcBef>
              <a:spcAft>
                <a:spcPts val="0"/>
              </a:spcAft>
              <a:buSzPts val="3000"/>
              <a:buNone/>
              <a:defRPr sz="3000"/>
            </a:lvl2pPr>
            <a:lvl3pPr lvl="2" algn="ctr" rtl="0">
              <a:lnSpc>
                <a:spcPct val="100000"/>
              </a:lnSpc>
              <a:spcBef>
                <a:spcPts val="0"/>
              </a:spcBef>
              <a:spcAft>
                <a:spcPts val="0"/>
              </a:spcAft>
              <a:buSzPts val="3000"/>
              <a:buNone/>
              <a:defRPr sz="3000"/>
            </a:lvl3pPr>
            <a:lvl4pPr lvl="3" algn="ctr" rtl="0">
              <a:lnSpc>
                <a:spcPct val="100000"/>
              </a:lnSpc>
              <a:spcBef>
                <a:spcPts val="0"/>
              </a:spcBef>
              <a:spcAft>
                <a:spcPts val="0"/>
              </a:spcAft>
              <a:buSzPts val="3000"/>
              <a:buNone/>
              <a:defRPr sz="3000"/>
            </a:lvl4pPr>
            <a:lvl5pPr lvl="4" algn="ctr" rtl="0">
              <a:lnSpc>
                <a:spcPct val="100000"/>
              </a:lnSpc>
              <a:spcBef>
                <a:spcPts val="0"/>
              </a:spcBef>
              <a:spcAft>
                <a:spcPts val="0"/>
              </a:spcAft>
              <a:buSzPts val="3000"/>
              <a:buNone/>
              <a:defRPr sz="3000"/>
            </a:lvl5pPr>
            <a:lvl6pPr lvl="5" algn="ctr" rtl="0">
              <a:lnSpc>
                <a:spcPct val="100000"/>
              </a:lnSpc>
              <a:spcBef>
                <a:spcPts val="0"/>
              </a:spcBef>
              <a:spcAft>
                <a:spcPts val="0"/>
              </a:spcAft>
              <a:buSzPts val="3000"/>
              <a:buNone/>
              <a:defRPr sz="3000"/>
            </a:lvl6pPr>
            <a:lvl7pPr lvl="6" algn="ctr" rtl="0">
              <a:lnSpc>
                <a:spcPct val="100000"/>
              </a:lnSpc>
              <a:spcBef>
                <a:spcPts val="0"/>
              </a:spcBef>
              <a:spcAft>
                <a:spcPts val="0"/>
              </a:spcAft>
              <a:buSzPts val="3000"/>
              <a:buNone/>
              <a:defRPr sz="3000"/>
            </a:lvl7pPr>
            <a:lvl8pPr lvl="7" algn="ctr" rtl="0">
              <a:lnSpc>
                <a:spcPct val="100000"/>
              </a:lnSpc>
              <a:spcBef>
                <a:spcPts val="0"/>
              </a:spcBef>
              <a:spcAft>
                <a:spcPts val="0"/>
              </a:spcAft>
              <a:buSzPts val="3000"/>
              <a:buNone/>
              <a:defRPr sz="3000"/>
            </a:lvl8pPr>
            <a:lvl9pPr lvl="8" algn="ctr" rtl="0">
              <a:lnSpc>
                <a:spcPct val="100000"/>
              </a:lnSpc>
              <a:spcBef>
                <a:spcPts val="0"/>
              </a:spcBef>
              <a:spcAft>
                <a:spcPts val="0"/>
              </a:spcAft>
              <a:buSzPts val="3000"/>
              <a:buNone/>
              <a:defRPr sz="3000"/>
            </a:lvl9pPr>
          </a:lstStyle>
          <a:p>
            <a:endParaRPr/>
          </a:p>
        </p:txBody>
      </p:sp>
    </p:spTree>
    <p:extLst>
      <p:ext uri="{BB962C8B-B14F-4D97-AF65-F5344CB8AC3E}">
        <p14:creationId xmlns:p14="http://schemas.microsoft.com/office/powerpoint/2010/main" val="108373882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hree columns 1">
  <p:cSld name="Title and three columns 1">
    <p:spTree>
      <p:nvGrpSpPr>
        <p:cNvPr id="1" name="Shape 166"/>
        <p:cNvGrpSpPr/>
        <p:nvPr/>
      </p:nvGrpSpPr>
      <p:grpSpPr>
        <a:xfrm>
          <a:off x="0" y="0"/>
          <a:ext cx="0" cy="0"/>
          <a:chOff x="0" y="0"/>
          <a:chExt cx="0" cy="0"/>
        </a:xfrm>
      </p:grpSpPr>
      <p:sp>
        <p:nvSpPr>
          <p:cNvPr id="176" name="Google Shape;176;p20"/>
          <p:cNvSpPr txBox="1">
            <a:spLocks noGrp="1"/>
          </p:cNvSpPr>
          <p:nvPr>
            <p:ph type="title"/>
          </p:nvPr>
        </p:nvSpPr>
        <p:spPr>
          <a:xfrm>
            <a:off x="713225" y="445025"/>
            <a:ext cx="77109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77" name="Google Shape;177;p20"/>
          <p:cNvSpPr txBox="1">
            <a:spLocks noGrp="1"/>
          </p:cNvSpPr>
          <p:nvPr>
            <p:ph type="subTitle" idx="1"/>
          </p:nvPr>
        </p:nvSpPr>
        <p:spPr>
          <a:xfrm>
            <a:off x="1731050" y="1640570"/>
            <a:ext cx="6613200" cy="5304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atin typeface="Hanken Grotesk"/>
                <a:ea typeface="Hanken Grotesk"/>
                <a:cs typeface="Hanken Grotesk"/>
                <a:sym typeface="Hanken Grotesk"/>
              </a:defRPr>
            </a:lvl1pPr>
            <a:lvl2pPr lvl="1" rtl="0">
              <a:lnSpc>
                <a:spcPct val="115000"/>
              </a:lnSpc>
              <a:spcBef>
                <a:spcPts val="0"/>
              </a:spcBef>
              <a:spcAft>
                <a:spcPts val="0"/>
              </a:spcAft>
              <a:buSzPts val="1400"/>
              <a:buNone/>
              <a:defRPr/>
            </a:lvl2pPr>
            <a:lvl3pPr lvl="2" rtl="0">
              <a:lnSpc>
                <a:spcPct val="115000"/>
              </a:lnSpc>
              <a:spcBef>
                <a:spcPts val="0"/>
              </a:spcBef>
              <a:spcAft>
                <a:spcPts val="0"/>
              </a:spcAft>
              <a:buSzPts val="1400"/>
              <a:buNone/>
              <a:defRPr/>
            </a:lvl3pPr>
            <a:lvl4pPr lvl="3" rtl="0">
              <a:lnSpc>
                <a:spcPct val="115000"/>
              </a:lnSpc>
              <a:spcBef>
                <a:spcPts val="0"/>
              </a:spcBef>
              <a:spcAft>
                <a:spcPts val="0"/>
              </a:spcAft>
              <a:buSzPts val="1400"/>
              <a:buNone/>
              <a:defRPr/>
            </a:lvl4pPr>
            <a:lvl5pPr lvl="4" rtl="0">
              <a:lnSpc>
                <a:spcPct val="115000"/>
              </a:lnSpc>
              <a:spcBef>
                <a:spcPts val="0"/>
              </a:spcBef>
              <a:spcAft>
                <a:spcPts val="0"/>
              </a:spcAft>
              <a:buSzPts val="1400"/>
              <a:buNone/>
              <a:defRPr/>
            </a:lvl5pPr>
            <a:lvl6pPr lvl="5" rtl="0">
              <a:lnSpc>
                <a:spcPct val="115000"/>
              </a:lnSpc>
              <a:spcBef>
                <a:spcPts val="0"/>
              </a:spcBef>
              <a:spcAft>
                <a:spcPts val="0"/>
              </a:spcAft>
              <a:buSzPts val="1400"/>
              <a:buNone/>
              <a:defRPr/>
            </a:lvl6pPr>
            <a:lvl7pPr lvl="6" rtl="0">
              <a:lnSpc>
                <a:spcPct val="115000"/>
              </a:lnSpc>
              <a:spcBef>
                <a:spcPts val="0"/>
              </a:spcBef>
              <a:spcAft>
                <a:spcPts val="0"/>
              </a:spcAft>
              <a:buSzPts val="1400"/>
              <a:buNone/>
              <a:defRPr/>
            </a:lvl7pPr>
            <a:lvl8pPr lvl="7" rtl="0">
              <a:lnSpc>
                <a:spcPct val="115000"/>
              </a:lnSpc>
              <a:spcBef>
                <a:spcPts val="0"/>
              </a:spcBef>
              <a:spcAft>
                <a:spcPts val="0"/>
              </a:spcAft>
              <a:buSzPts val="1400"/>
              <a:buNone/>
              <a:defRPr/>
            </a:lvl8pPr>
            <a:lvl9pPr lvl="8" rtl="0">
              <a:lnSpc>
                <a:spcPct val="115000"/>
              </a:lnSpc>
              <a:spcBef>
                <a:spcPts val="0"/>
              </a:spcBef>
              <a:spcAft>
                <a:spcPts val="0"/>
              </a:spcAft>
              <a:buSzPts val="1400"/>
              <a:buNone/>
              <a:defRPr/>
            </a:lvl9pPr>
          </a:lstStyle>
          <a:p>
            <a:endParaRPr/>
          </a:p>
        </p:txBody>
      </p:sp>
      <p:sp>
        <p:nvSpPr>
          <p:cNvPr id="178" name="Google Shape;178;p20"/>
          <p:cNvSpPr txBox="1">
            <a:spLocks noGrp="1"/>
          </p:cNvSpPr>
          <p:nvPr>
            <p:ph type="subTitle" idx="2"/>
          </p:nvPr>
        </p:nvSpPr>
        <p:spPr>
          <a:xfrm>
            <a:off x="1731050" y="2800360"/>
            <a:ext cx="6613200" cy="5277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atin typeface="Hanken Grotesk"/>
                <a:ea typeface="Hanken Grotesk"/>
                <a:cs typeface="Hanken Grotesk"/>
                <a:sym typeface="Hanken Grotesk"/>
              </a:defRPr>
            </a:lvl1pPr>
            <a:lvl2pPr lvl="1" rtl="0">
              <a:lnSpc>
                <a:spcPct val="115000"/>
              </a:lnSpc>
              <a:spcBef>
                <a:spcPts val="0"/>
              </a:spcBef>
              <a:spcAft>
                <a:spcPts val="0"/>
              </a:spcAft>
              <a:buSzPts val="1400"/>
              <a:buNone/>
              <a:defRPr/>
            </a:lvl2pPr>
            <a:lvl3pPr lvl="2" rtl="0">
              <a:lnSpc>
                <a:spcPct val="115000"/>
              </a:lnSpc>
              <a:spcBef>
                <a:spcPts val="0"/>
              </a:spcBef>
              <a:spcAft>
                <a:spcPts val="0"/>
              </a:spcAft>
              <a:buSzPts val="1400"/>
              <a:buNone/>
              <a:defRPr/>
            </a:lvl3pPr>
            <a:lvl4pPr lvl="3" rtl="0">
              <a:lnSpc>
                <a:spcPct val="115000"/>
              </a:lnSpc>
              <a:spcBef>
                <a:spcPts val="0"/>
              </a:spcBef>
              <a:spcAft>
                <a:spcPts val="0"/>
              </a:spcAft>
              <a:buSzPts val="1400"/>
              <a:buNone/>
              <a:defRPr/>
            </a:lvl4pPr>
            <a:lvl5pPr lvl="4" rtl="0">
              <a:lnSpc>
                <a:spcPct val="115000"/>
              </a:lnSpc>
              <a:spcBef>
                <a:spcPts val="0"/>
              </a:spcBef>
              <a:spcAft>
                <a:spcPts val="0"/>
              </a:spcAft>
              <a:buSzPts val="1400"/>
              <a:buNone/>
              <a:defRPr/>
            </a:lvl5pPr>
            <a:lvl6pPr lvl="5" rtl="0">
              <a:lnSpc>
                <a:spcPct val="115000"/>
              </a:lnSpc>
              <a:spcBef>
                <a:spcPts val="0"/>
              </a:spcBef>
              <a:spcAft>
                <a:spcPts val="0"/>
              </a:spcAft>
              <a:buSzPts val="1400"/>
              <a:buNone/>
              <a:defRPr/>
            </a:lvl6pPr>
            <a:lvl7pPr lvl="6" rtl="0">
              <a:lnSpc>
                <a:spcPct val="115000"/>
              </a:lnSpc>
              <a:spcBef>
                <a:spcPts val="0"/>
              </a:spcBef>
              <a:spcAft>
                <a:spcPts val="0"/>
              </a:spcAft>
              <a:buSzPts val="1400"/>
              <a:buNone/>
              <a:defRPr/>
            </a:lvl7pPr>
            <a:lvl8pPr lvl="7" rtl="0">
              <a:lnSpc>
                <a:spcPct val="115000"/>
              </a:lnSpc>
              <a:spcBef>
                <a:spcPts val="0"/>
              </a:spcBef>
              <a:spcAft>
                <a:spcPts val="0"/>
              </a:spcAft>
              <a:buSzPts val="1400"/>
              <a:buNone/>
              <a:defRPr/>
            </a:lvl8pPr>
            <a:lvl9pPr lvl="8" rtl="0">
              <a:lnSpc>
                <a:spcPct val="115000"/>
              </a:lnSpc>
              <a:spcBef>
                <a:spcPts val="0"/>
              </a:spcBef>
              <a:spcAft>
                <a:spcPts val="0"/>
              </a:spcAft>
              <a:buSzPts val="1400"/>
              <a:buNone/>
              <a:defRPr/>
            </a:lvl9pPr>
          </a:lstStyle>
          <a:p>
            <a:endParaRPr/>
          </a:p>
        </p:txBody>
      </p:sp>
      <p:sp>
        <p:nvSpPr>
          <p:cNvPr id="179" name="Google Shape;179;p20"/>
          <p:cNvSpPr txBox="1">
            <a:spLocks noGrp="1"/>
          </p:cNvSpPr>
          <p:nvPr>
            <p:ph type="subTitle" idx="3"/>
          </p:nvPr>
        </p:nvSpPr>
        <p:spPr>
          <a:xfrm>
            <a:off x="1731050" y="3957450"/>
            <a:ext cx="6613200" cy="5277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400"/>
              <a:buNone/>
              <a:defRPr sz="1400">
                <a:latin typeface="Hanken Grotesk"/>
                <a:ea typeface="Hanken Grotesk"/>
                <a:cs typeface="Hanken Grotesk"/>
                <a:sym typeface="Hanken Grotesk"/>
              </a:defRPr>
            </a:lvl1pPr>
            <a:lvl2pPr lvl="1" rtl="0">
              <a:lnSpc>
                <a:spcPct val="115000"/>
              </a:lnSpc>
              <a:spcBef>
                <a:spcPts val="0"/>
              </a:spcBef>
              <a:spcAft>
                <a:spcPts val="0"/>
              </a:spcAft>
              <a:buSzPts val="1400"/>
              <a:buNone/>
              <a:defRPr/>
            </a:lvl2pPr>
            <a:lvl3pPr lvl="2" rtl="0">
              <a:lnSpc>
                <a:spcPct val="115000"/>
              </a:lnSpc>
              <a:spcBef>
                <a:spcPts val="0"/>
              </a:spcBef>
              <a:spcAft>
                <a:spcPts val="0"/>
              </a:spcAft>
              <a:buSzPts val="1400"/>
              <a:buNone/>
              <a:defRPr/>
            </a:lvl3pPr>
            <a:lvl4pPr lvl="3" rtl="0">
              <a:lnSpc>
                <a:spcPct val="115000"/>
              </a:lnSpc>
              <a:spcBef>
                <a:spcPts val="0"/>
              </a:spcBef>
              <a:spcAft>
                <a:spcPts val="0"/>
              </a:spcAft>
              <a:buSzPts val="1400"/>
              <a:buNone/>
              <a:defRPr/>
            </a:lvl4pPr>
            <a:lvl5pPr lvl="4" rtl="0">
              <a:lnSpc>
                <a:spcPct val="115000"/>
              </a:lnSpc>
              <a:spcBef>
                <a:spcPts val="0"/>
              </a:spcBef>
              <a:spcAft>
                <a:spcPts val="0"/>
              </a:spcAft>
              <a:buSzPts val="1400"/>
              <a:buNone/>
              <a:defRPr/>
            </a:lvl5pPr>
            <a:lvl6pPr lvl="5" rtl="0">
              <a:lnSpc>
                <a:spcPct val="115000"/>
              </a:lnSpc>
              <a:spcBef>
                <a:spcPts val="0"/>
              </a:spcBef>
              <a:spcAft>
                <a:spcPts val="0"/>
              </a:spcAft>
              <a:buSzPts val="1400"/>
              <a:buNone/>
              <a:defRPr/>
            </a:lvl6pPr>
            <a:lvl7pPr lvl="6" rtl="0">
              <a:lnSpc>
                <a:spcPct val="115000"/>
              </a:lnSpc>
              <a:spcBef>
                <a:spcPts val="0"/>
              </a:spcBef>
              <a:spcAft>
                <a:spcPts val="0"/>
              </a:spcAft>
              <a:buSzPts val="1400"/>
              <a:buNone/>
              <a:defRPr/>
            </a:lvl7pPr>
            <a:lvl8pPr lvl="7" rtl="0">
              <a:lnSpc>
                <a:spcPct val="115000"/>
              </a:lnSpc>
              <a:spcBef>
                <a:spcPts val="0"/>
              </a:spcBef>
              <a:spcAft>
                <a:spcPts val="0"/>
              </a:spcAft>
              <a:buSzPts val="1400"/>
              <a:buNone/>
              <a:defRPr/>
            </a:lvl8pPr>
            <a:lvl9pPr lvl="8" rtl="0">
              <a:lnSpc>
                <a:spcPct val="115000"/>
              </a:lnSpc>
              <a:spcBef>
                <a:spcPts val="0"/>
              </a:spcBef>
              <a:spcAft>
                <a:spcPts val="0"/>
              </a:spcAft>
              <a:buSzPts val="1400"/>
              <a:buNone/>
              <a:defRPr/>
            </a:lvl9pPr>
          </a:lstStyle>
          <a:p>
            <a:endParaRPr/>
          </a:p>
        </p:txBody>
      </p:sp>
      <p:sp>
        <p:nvSpPr>
          <p:cNvPr id="180" name="Google Shape;180;p20"/>
          <p:cNvSpPr txBox="1">
            <a:spLocks noGrp="1"/>
          </p:cNvSpPr>
          <p:nvPr>
            <p:ph type="subTitle" idx="4"/>
          </p:nvPr>
        </p:nvSpPr>
        <p:spPr>
          <a:xfrm>
            <a:off x="1731050" y="1241275"/>
            <a:ext cx="6613200" cy="5304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Figtree Black"/>
              <a:buNone/>
              <a:defRPr sz="1900">
                <a:latin typeface="Figtree Black"/>
                <a:ea typeface="Figtree Black"/>
                <a:cs typeface="Figtree Black"/>
                <a:sym typeface="Figtree Black"/>
              </a:defRPr>
            </a:lvl1pPr>
            <a:lvl2pPr lvl="1"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2pPr>
            <a:lvl3pPr lvl="2"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3pPr>
            <a:lvl4pPr lvl="3"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4pPr>
            <a:lvl5pPr lvl="4"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5pPr>
            <a:lvl6pPr lvl="5"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6pPr>
            <a:lvl7pPr lvl="6"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7pPr>
            <a:lvl8pPr lvl="7"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8pPr>
            <a:lvl9pPr lvl="8"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9pPr>
          </a:lstStyle>
          <a:p>
            <a:endParaRPr/>
          </a:p>
        </p:txBody>
      </p:sp>
      <p:sp>
        <p:nvSpPr>
          <p:cNvPr id="181" name="Google Shape;181;p20"/>
          <p:cNvSpPr txBox="1">
            <a:spLocks noGrp="1"/>
          </p:cNvSpPr>
          <p:nvPr>
            <p:ph type="subTitle" idx="5"/>
          </p:nvPr>
        </p:nvSpPr>
        <p:spPr>
          <a:xfrm>
            <a:off x="1731050" y="2395400"/>
            <a:ext cx="6613200" cy="5277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Figtree Black"/>
              <a:buNone/>
              <a:defRPr sz="1900">
                <a:latin typeface="Figtree Black"/>
                <a:ea typeface="Figtree Black"/>
                <a:cs typeface="Figtree Black"/>
                <a:sym typeface="Figtree Black"/>
              </a:defRPr>
            </a:lvl1pPr>
            <a:lvl2pPr lvl="1"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2pPr>
            <a:lvl3pPr lvl="2"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3pPr>
            <a:lvl4pPr lvl="3"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4pPr>
            <a:lvl5pPr lvl="4"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5pPr>
            <a:lvl6pPr lvl="5"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6pPr>
            <a:lvl7pPr lvl="6"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7pPr>
            <a:lvl8pPr lvl="7"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8pPr>
            <a:lvl9pPr lvl="8"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9pPr>
          </a:lstStyle>
          <a:p>
            <a:endParaRPr/>
          </a:p>
        </p:txBody>
      </p:sp>
      <p:sp>
        <p:nvSpPr>
          <p:cNvPr id="182" name="Google Shape;182;p20"/>
          <p:cNvSpPr txBox="1">
            <a:spLocks noGrp="1"/>
          </p:cNvSpPr>
          <p:nvPr>
            <p:ph type="subTitle" idx="6"/>
          </p:nvPr>
        </p:nvSpPr>
        <p:spPr>
          <a:xfrm>
            <a:off x="1731050" y="3546826"/>
            <a:ext cx="6613200" cy="5277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Font typeface="Figtree Black"/>
              <a:buNone/>
              <a:defRPr sz="1900">
                <a:latin typeface="Figtree Black"/>
                <a:ea typeface="Figtree Black"/>
                <a:cs typeface="Figtree Black"/>
                <a:sym typeface="Figtree Black"/>
              </a:defRPr>
            </a:lvl1pPr>
            <a:lvl2pPr lvl="1"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2pPr>
            <a:lvl3pPr lvl="2"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3pPr>
            <a:lvl4pPr lvl="3"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4pPr>
            <a:lvl5pPr lvl="4"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5pPr>
            <a:lvl6pPr lvl="5"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6pPr>
            <a:lvl7pPr lvl="6"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7pPr>
            <a:lvl8pPr lvl="7"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8pPr>
            <a:lvl9pPr lvl="8" rtl="0">
              <a:lnSpc>
                <a:spcPct val="115000"/>
              </a:lnSpc>
              <a:spcBef>
                <a:spcPts val="0"/>
              </a:spcBef>
              <a:spcAft>
                <a:spcPts val="0"/>
              </a:spcAft>
              <a:buSzPts val="2400"/>
              <a:buFont typeface="Figtree Black"/>
              <a:buNone/>
              <a:defRPr sz="2400">
                <a:latin typeface="Figtree Black"/>
                <a:ea typeface="Figtree Black"/>
                <a:cs typeface="Figtree Black"/>
                <a:sym typeface="Figtree Black"/>
              </a:defRPr>
            </a:lvl9pPr>
          </a:lstStyle>
          <a:p>
            <a:endParaRPr/>
          </a:p>
        </p:txBody>
      </p:sp>
    </p:spTree>
    <p:extLst>
      <p:ext uri="{BB962C8B-B14F-4D97-AF65-F5344CB8AC3E}">
        <p14:creationId xmlns:p14="http://schemas.microsoft.com/office/powerpoint/2010/main" val="117323373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text 2">
  <p:cSld name="Title and text 2">
    <p:spTree>
      <p:nvGrpSpPr>
        <p:cNvPr id="1" name="Shape 137"/>
        <p:cNvGrpSpPr/>
        <p:nvPr/>
      </p:nvGrpSpPr>
      <p:grpSpPr>
        <a:xfrm>
          <a:off x="0" y="0"/>
          <a:ext cx="0" cy="0"/>
          <a:chOff x="0" y="0"/>
          <a:chExt cx="0" cy="0"/>
        </a:xfrm>
      </p:grpSpPr>
      <p:sp>
        <p:nvSpPr>
          <p:cNvPr id="143" name="Google Shape;143;p17"/>
          <p:cNvSpPr txBox="1">
            <a:spLocks noGrp="1"/>
          </p:cNvSpPr>
          <p:nvPr>
            <p:ph type="title"/>
          </p:nvPr>
        </p:nvSpPr>
        <p:spPr>
          <a:xfrm>
            <a:off x="722376" y="445025"/>
            <a:ext cx="77085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sz="2800"/>
            </a:lvl1pPr>
            <a:lvl2pPr lvl="1">
              <a:spcBef>
                <a:spcPts val="0"/>
              </a:spcBef>
              <a:spcAft>
                <a:spcPts val="0"/>
              </a:spcAft>
              <a:buSzPts val="3000"/>
              <a:buNone/>
              <a:defRPr>
                <a:latin typeface="Lato"/>
                <a:ea typeface="Lato"/>
                <a:cs typeface="Lato"/>
                <a:sym typeface="Lato"/>
              </a:defRPr>
            </a:lvl2pPr>
            <a:lvl3pPr lvl="2">
              <a:spcBef>
                <a:spcPts val="0"/>
              </a:spcBef>
              <a:spcAft>
                <a:spcPts val="0"/>
              </a:spcAft>
              <a:buSzPts val="3000"/>
              <a:buNone/>
              <a:defRPr>
                <a:latin typeface="Lato"/>
                <a:ea typeface="Lato"/>
                <a:cs typeface="Lato"/>
                <a:sym typeface="Lato"/>
              </a:defRPr>
            </a:lvl3pPr>
            <a:lvl4pPr lvl="3">
              <a:spcBef>
                <a:spcPts val="0"/>
              </a:spcBef>
              <a:spcAft>
                <a:spcPts val="0"/>
              </a:spcAft>
              <a:buSzPts val="3000"/>
              <a:buNone/>
              <a:defRPr>
                <a:latin typeface="Lato"/>
                <a:ea typeface="Lato"/>
                <a:cs typeface="Lato"/>
                <a:sym typeface="Lato"/>
              </a:defRPr>
            </a:lvl4pPr>
            <a:lvl5pPr lvl="4">
              <a:spcBef>
                <a:spcPts val="0"/>
              </a:spcBef>
              <a:spcAft>
                <a:spcPts val="0"/>
              </a:spcAft>
              <a:buSzPts val="3000"/>
              <a:buNone/>
              <a:defRPr>
                <a:latin typeface="Lato"/>
                <a:ea typeface="Lato"/>
                <a:cs typeface="Lato"/>
                <a:sym typeface="Lato"/>
              </a:defRPr>
            </a:lvl5pPr>
            <a:lvl6pPr lvl="5">
              <a:spcBef>
                <a:spcPts val="0"/>
              </a:spcBef>
              <a:spcAft>
                <a:spcPts val="0"/>
              </a:spcAft>
              <a:buSzPts val="3000"/>
              <a:buNone/>
              <a:defRPr>
                <a:latin typeface="Lato"/>
                <a:ea typeface="Lato"/>
                <a:cs typeface="Lato"/>
                <a:sym typeface="Lato"/>
              </a:defRPr>
            </a:lvl6pPr>
            <a:lvl7pPr lvl="6">
              <a:spcBef>
                <a:spcPts val="0"/>
              </a:spcBef>
              <a:spcAft>
                <a:spcPts val="0"/>
              </a:spcAft>
              <a:buSzPts val="3000"/>
              <a:buNone/>
              <a:defRPr>
                <a:latin typeface="Lato"/>
                <a:ea typeface="Lato"/>
                <a:cs typeface="Lato"/>
                <a:sym typeface="Lato"/>
              </a:defRPr>
            </a:lvl7pPr>
            <a:lvl8pPr lvl="7">
              <a:spcBef>
                <a:spcPts val="0"/>
              </a:spcBef>
              <a:spcAft>
                <a:spcPts val="0"/>
              </a:spcAft>
              <a:buSzPts val="3000"/>
              <a:buNone/>
              <a:defRPr>
                <a:latin typeface="Lato"/>
                <a:ea typeface="Lato"/>
                <a:cs typeface="Lato"/>
                <a:sym typeface="Lato"/>
              </a:defRPr>
            </a:lvl8pPr>
            <a:lvl9pPr lvl="8">
              <a:spcBef>
                <a:spcPts val="0"/>
              </a:spcBef>
              <a:spcAft>
                <a:spcPts val="0"/>
              </a:spcAft>
              <a:buSzPts val="3000"/>
              <a:buNone/>
              <a:defRPr>
                <a:latin typeface="Lato"/>
                <a:ea typeface="Lato"/>
                <a:cs typeface="Lato"/>
                <a:sym typeface="Lato"/>
              </a:defRPr>
            </a:lvl9pPr>
          </a:lstStyle>
          <a:p>
            <a:endParaRPr/>
          </a:p>
        </p:txBody>
      </p:sp>
      <p:sp>
        <p:nvSpPr>
          <p:cNvPr id="144" name="Google Shape;144;p17"/>
          <p:cNvSpPr txBox="1">
            <a:spLocks noGrp="1"/>
          </p:cNvSpPr>
          <p:nvPr>
            <p:ph type="subTitle" idx="1"/>
          </p:nvPr>
        </p:nvSpPr>
        <p:spPr>
          <a:xfrm>
            <a:off x="713250" y="1017725"/>
            <a:ext cx="7717500" cy="889800"/>
          </a:xfrm>
          <a:prstGeom prst="rect">
            <a:avLst/>
          </a:prstGeom>
        </p:spPr>
        <p:txBody>
          <a:bodyPr spcFirstLastPara="1" wrap="square" lIns="91425" tIns="91425" rIns="91425" bIns="91425" anchor="t" anchorCtr="0">
            <a:noAutofit/>
          </a:bodyPr>
          <a:lstStyle>
            <a:lvl1pPr lvl="0" rtl="0">
              <a:spcBef>
                <a:spcPts val="0"/>
              </a:spcBef>
              <a:spcAft>
                <a:spcPts val="0"/>
              </a:spcAft>
              <a:buSzPts val="1200"/>
              <a:buChar char="●"/>
              <a:defRPr/>
            </a:lvl1pPr>
            <a:lvl2pPr lvl="1" algn="ctr" rtl="0">
              <a:lnSpc>
                <a:spcPct val="100000"/>
              </a:lnSpc>
              <a:spcBef>
                <a:spcPts val="0"/>
              </a:spcBef>
              <a:spcAft>
                <a:spcPts val="0"/>
              </a:spcAft>
              <a:buSzPts val="1400"/>
              <a:buChar char="○"/>
              <a:defRPr/>
            </a:lvl2pPr>
            <a:lvl3pPr lvl="2" algn="ctr" rtl="0">
              <a:lnSpc>
                <a:spcPct val="100000"/>
              </a:lnSpc>
              <a:spcBef>
                <a:spcPts val="0"/>
              </a:spcBef>
              <a:spcAft>
                <a:spcPts val="0"/>
              </a:spcAft>
              <a:buSzPts val="1400"/>
              <a:buChar char="■"/>
              <a:defRPr/>
            </a:lvl3pPr>
            <a:lvl4pPr lvl="3" algn="ctr" rtl="0">
              <a:lnSpc>
                <a:spcPct val="100000"/>
              </a:lnSpc>
              <a:spcBef>
                <a:spcPts val="0"/>
              </a:spcBef>
              <a:spcAft>
                <a:spcPts val="0"/>
              </a:spcAft>
              <a:buSzPts val="1400"/>
              <a:buChar char="●"/>
              <a:defRPr/>
            </a:lvl4pPr>
            <a:lvl5pPr lvl="4" algn="ctr" rtl="0">
              <a:lnSpc>
                <a:spcPct val="100000"/>
              </a:lnSpc>
              <a:spcBef>
                <a:spcPts val="0"/>
              </a:spcBef>
              <a:spcAft>
                <a:spcPts val="0"/>
              </a:spcAft>
              <a:buSzPts val="1400"/>
              <a:buChar char="○"/>
              <a:defRPr/>
            </a:lvl5pPr>
            <a:lvl6pPr lvl="5" algn="ctr" rtl="0">
              <a:lnSpc>
                <a:spcPct val="100000"/>
              </a:lnSpc>
              <a:spcBef>
                <a:spcPts val="0"/>
              </a:spcBef>
              <a:spcAft>
                <a:spcPts val="0"/>
              </a:spcAft>
              <a:buSzPts val="1400"/>
              <a:buChar char="■"/>
              <a:defRPr/>
            </a:lvl6pPr>
            <a:lvl7pPr lvl="6" algn="ctr" rtl="0">
              <a:lnSpc>
                <a:spcPct val="100000"/>
              </a:lnSpc>
              <a:spcBef>
                <a:spcPts val="0"/>
              </a:spcBef>
              <a:spcAft>
                <a:spcPts val="0"/>
              </a:spcAft>
              <a:buSzPts val="1400"/>
              <a:buChar char="●"/>
              <a:defRPr/>
            </a:lvl7pPr>
            <a:lvl8pPr lvl="7" algn="ctr" rtl="0">
              <a:lnSpc>
                <a:spcPct val="100000"/>
              </a:lnSpc>
              <a:spcBef>
                <a:spcPts val="0"/>
              </a:spcBef>
              <a:spcAft>
                <a:spcPts val="0"/>
              </a:spcAft>
              <a:buSzPts val="1400"/>
              <a:buChar char="○"/>
              <a:defRPr/>
            </a:lvl8pPr>
            <a:lvl9pPr lvl="8" algn="ctr" rtl="0">
              <a:lnSpc>
                <a:spcPct val="100000"/>
              </a:lnSpc>
              <a:spcBef>
                <a:spcPts val="0"/>
              </a:spcBef>
              <a:spcAft>
                <a:spcPts val="0"/>
              </a:spcAft>
              <a:buSzPts val="1400"/>
              <a:buChar char="■"/>
              <a:defRPr/>
            </a:lvl9pPr>
          </a:lstStyle>
          <a:p>
            <a:endParaRPr/>
          </a:p>
        </p:txBody>
      </p:sp>
    </p:spTree>
    <p:extLst>
      <p:ext uri="{BB962C8B-B14F-4D97-AF65-F5344CB8AC3E}">
        <p14:creationId xmlns:p14="http://schemas.microsoft.com/office/powerpoint/2010/main" val="363729772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two columns" type="twoColTx">
  <p:cSld name="Title and two columns">
    <p:spTree>
      <p:nvGrpSpPr>
        <p:cNvPr id="1" name="Shape 33"/>
        <p:cNvGrpSpPr/>
        <p:nvPr/>
      </p:nvGrpSpPr>
      <p:grpSpPr>
        <a:xfrm>
          <a:off x="0" y="0"/>
          <a:ext cx="0" cy="0"/>
          <a:chOff x="0" y="0"/>
          <a:chExt cx="0" cy="0"/>
        </a:xfrm>
      </p:grpSpPr>
      <p:sp>
        <p:nvSpPr>
          <p:cNvPr id="39" name="Google Shape;39;p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28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40" name="Google Shape;40;p5"/>
          <p:cNvSpPr txBox="1">
            <a:spLocks noGrp="1"/>
          </p:cNvSpPr>
          <p:nvPr>
            <p:ph type="subTitle" idx="1"/>
          </p:nvPr>
        </p:nvSpPr>
        <p:spPr>
          <a:xfrm>
            <a:off x="4651268" y="1736553"/>
            <a:ext cx="3772800" cy="27363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200"/>
              <a:buChar char="●"/>
              <a:defRPr sz="1400">
                <a:latin typeface="Hanken Grotesk"/>
                <a:ea typeface="Hanken Grotesk"/>
                <a:cs typeface="Hanken Grotesk"/>
                <a:sym typeface="Hanken Grotesk"/>
              </a:defRPr>
            </a:lvl1pPr>
            <a:lvl2pPr lvl="1" algn="ctr" rtl="0">
              <a:lnSpc>
                <a:spcPct val="115000"/>
              </a:lnSpc>
              <a:spcBef>
                <a:spcPts val="0"/>
              </a:spcBef>
              <a:spcAft>
                <a:spcPts val="0"/>
              </a:spcAft>
              <a:buSzPts val="2800"/>
              <a:buChar char="○"/>
              <a:defRPr sz="2800"/>
            </a:lvl2pPr>
            <a:lvl3pPr lvl="2" algn="ctr" rtl="0">
              <a:lnSpc>
                <a:spcPct val="115000"/>
              </a:lnSpc>
              <a:spcBef>
                <a:spcPts val="0"/>
              </a:spcBef>
              <a:spcAft>
                <a:spcPts val="0"/>
              </a:spcAft>
              <a:buSzPts val="2800"/>
              <a:buChar char="■"/>
              <a:defRPr sz="2800"/>
            </a:lvl3pPr>
            <a:lvl4pPr lvl="3" algn="ctr" rtl="0">
              <a:lnSpc>
                <a:spcPct val="115000"/>
              </a:lnSpc>
              <a:spcBef>
                <a:spcPts val="0"/>
              </a:spcBef>
              <a:spcAft>
                <a:spcPts val="0"/>
              </a:spcAft>
              <a:buSzPts val="2800"/>
              <a:buChar char="●"/>
              <a:defRPr sz="2800"/>
            </a:lvl4pPr>
            <a:lvl5pPr lvl="4" algn="ctr" rtl="0">
              <a:lnSpc>
                <a:spcPct val="115000"/>
              </a:lnSpc>
              <a:spcBef>
                <a:spcPts val="0"/>
              </a:spcBef>
              <a:spcAft>
                <a:spcPts val="0"/>
              </a:spcAft>
              <a:buSzPts val="2800"/>
              <a:buChar char="○"/>
              <a:defRPr sz="2800"/>
            </a:lvl5pPr>
            <a:lvl6pPr lvl="5" algn="ctr" rtl="0">
              <a:lnSpc>
                <a:spcPct val="115000"/>
              </a:lnSpc>
              <a:spcBef>
                <a:spcPts val="0"/>
              </a:spcBef>
              <a:spcAft>
                <a:spcPts val="0"/>
              </a:spcAft>
              <a:buSzPts val="2800"/>
              <a:buChar char="■"/>
              <a:defRPr sz="2800"/>
            </a:lvl6pPr>
            <a:lvl7pPr lvl="6" algn="ctr" rtl="0">
              <a:lnSpc>
                <a:spcPct val="115000"/>
              </a:lnSpc>
              <a:spcBef>
                <a:spcPts val="0"/>
              </a:spcBef>
              <a:spcAft>
                <a:spcPts val="0"/>
              </a:spcAft>
              <a:buSzPts val="2800"/>
              <a:buChar char="●"/>
              <a:defRPr sz="2800"/>
            </a:lvl7pPr>
            <a:lvl8pPr lvl="7" algn="ctr" rtl="0">
              <a:lnSpc>
                <a:spcPct val="115000"/>
              </a:lnSpc>
              <a:spcBef>
                <a:spcPts val="0"/>
              </a:spcBef>
              <a:spcAft>
                <a:spcPts val="0"/>
              </a:spcAft>
              <a:buSzPts val="2800"/>
              <a:buChar char="○"/>
              <a:defRPr sz="2800"/>
            </a:lvl8pPr>
            <a:lvl9pPr lvl="8" algn="ctr" rtl="0">
              <a:lnSpc>
                <a:spcPct val="115000"/>
              </a:lnSpc>
              <a:spcBef>
                <a:spcPts val="0"/>
              </a:spcBef>
              <a:spcAft>
                <a:spcPts val="0"/>
              </a:spcAft>
              <a:buSzPts val="2800"/>
              <a:buChar char="■"/>
              <a:defRPr sz="2800"/>
            </a:lvl9pPr>
          </a:lstStyle>
          <a:p>
            <a:endParaRPr/>
          </a:p>
        </p:txBody>
      </p:sp>
      <p:sp>
        <p:nvSpPr>
          <p:cNvPr id="41" name="Google Shape;41;p5"/>
          <p:cNvSpPr txBox="1">
            <a:spLocks noGrp="1"/>
          </p:cNvSpPr>
          <p:nvPr>
            <p:ph type="subTitle" idx="2"/>
          </p:nvPr>
        </p:nvSpPr>
        <p:spPr>
          <a:xfrm>
            <a:off x="720000" y="1736553"/>
            <a:ext cx="3772800" cy="2736300"/>
          </a:xfrm>
          <a:prstGeom prst="rect">
            <a:avLst/>
          </a:prstGeom>
        </p:spPr>
        <p:txBody>
          <a:bodyPr spcFirstLastPara="1" wrap="square" lIns="91425" tIns="91425" rIns="91425" bIns="91425" anchor="t" anchorCtr="0">
            <a:noAutofit/>
          </a:bodyPr>
          <a:lstStyle>
            <a:lvl1pPr lvl="0" rtl="0">
              <a:lnSpc>
                <a:spcPct val="115000"/>
              </a:lnSpc>
              <a:spcBef>
                <a:spcPts val="0"/>
              </a:spcBef>
              <a:spcAft>
                <a:spcPts val="0"/>
              </a:spcAft>
              <a:buSzPts val="1200"/>
              <a:buChar char="●"/>
              <a:defRPr sz="1400">
                <a:latin typeface="Hanken Grotesk"/>
                <a:ea typeface="Hanken Grotesk"/>
                <a:cs typeface="Hanken Grotesk"/>
                <a:sym typeface="Hanken Grotesk"/>
              </a:defRPr>
            </a:lvl1pPr>
            <a:lvl2pPr lvl="1" algn="ctr" rtl="0">
              <a:lnSpc>
                <a:spcPct val="115000"/>
              </a:lnSpc>
              <a:spcBef>
                <a:spcPts val="0"/>
              </a:spcBef>
              <a:spcAft>
                <a:spcPts val="0"/>
              </a:spcAft>
              <a:buSzPts val="1400"/>
              <a:buChar char="○"/>
              <a:defRPr sz="2800"/>
            </a:lvl2pPr>
            <a:lvl3pPr lvl="2" algn="ctr" rtl="0">
              <a:lnSpc>
                <a:spcPct val="115000"/>
              </a:lnSpc>
              <a:spcBef>
                <a:spcPts val="0"/>
              </a:spcBef>
              <a:spcAft>
                <a:spcPts val="0"/>
              </a:spcAft>
              <a:buSzPts val="1400"/>
              <a:buChar char="■"/>
              <a:defRPr sz="2800"/>
            </a:lvl3pPr>
            <a:lvl4pPr lvl="3" algn="ctr" rtl="0">
              <a:lnSpc>
                <a:spcPct val="115000"/>
              </a:lnSpc>
              <a:spcBef>
                <a:spcPts val="0"/>
              </a:spcBef>
              <a:spcAft>
                <a:spcPts val="0"/>
              </a:spcAft>
              <a:buSzPts val="1400"/>
              <a:buChar char="●"/>
              <a:defRPr sz="2800"/>
            </a:lvl4pPr>
            <a:lvl5pPr lvl="4" algn="ctr" rtl="0">
              <a:lnSpc>
                <a:spcPct val="115000"/>
              </a:lnSpc>
              <a:spcBef>
                <a:spcPts val="0"/>
              </a:spcBef>
              <a:spcAft>
                <a:spcPts val="0"/>
              </a:spcAft>
              <a:buSzPts val="1400"/>
              <a:buChar char="○"/>
              <a:defRPr sz="2800"/>
            </a:lvl5pPr>
            <a:lvl6pPr lvl="5" algn="ctr" rtl="0">
              <a:lnSpc>
                <a:spcPct val="115000"/>
              </a:lnSpc>
              <a:spcBef>
                <a:spcPts val="0"/>
              </a:spcBef>
              <a:spcAft>
                <a:spcPts val="0"/>
              </a:spcAft>
              <a:buSzPts val="1400"/>
              <a:buChar char="■"/>
              <a:defRPr sz="2800"/>
            </a:lvl6pPr>
            <a:lvl7pPr lvl="6" algn="ctr" rtl="0">
              <a:lnSpc>
                <a:spcPct val="115000"/>
              </a:lnSpc>
              <a:spcBef>
                <a:spcPts val="0"/>
              </a:spcBef>
              <a:spcAft>
                <a:spcPts val="0"/>
              </a:spcAft>
              <a:buSzPts val="1400"/>
              <a:buChar char="●"/>
              <a:defRPr sz="2800"/>
            </a:lvl7pPr>
            <a:lvl8pPr lvl="7" algn="ctr" rtl="0">
              <a:lnSpc>
                <a:spcPct val="115000"/>
              </a:lnSpc>
              <a:spcBef>
                <a:spcPts val="0"/>
              </a:spcBef>
              <a:spcAft>
                <a:spcPts val="0"/>
              </a:spcAft>
              <a:buSzPts val="1400"/>
              <a:buChar char="○"/>
              <a:defRPr sz="2800"/>
            </a:lvl8pPr>
            <a:lvl9pPr lvl="8" algn="ctr" rtl="0">
              <a:lnSpc>
                <a:spcPct val="115000"/>
              </a:lnSpc>
              <a:spcBef>
                <a:spcPts val="0"/>
              </a:spcBef>
              <a:spcAft>
                <a:spcPts val="0"/>
              </a:spcAft>
              <a:buSzPts val="1400"/>
              <a:buChar char="■"/>
              <a:defRPr sz="2800"/>
            </a:lvl9pPr>
          </a:lstStyle>
          <a:p>
            <a:endParaRPr/>
          </a:p>
        </p:txBody>
      </p:sp>
      <p:sp>
        <p:nvSpPr>
          <p:cNvPr id="42" name="Google Shape;42;p5"/>
          <p:cNvSpPr txBox="1">
            <a:spLocks noGrp="1"/>
          </p:cNvSpPr>
          <p:nvPr>
            <p:ph type="subTitle" idx="3"/>
          </p:nvPr>
        </p:nvSpPr>
        <p:spPr>
          <a:xfrm>
            <a:off x="720000" y="1451250"/>
            <a:ext cx="3772800" cy="361500"/>
          </a:xfrm>
          <a:prstGeom prst="rect">
            <a:avLst/>
          </a:prstGeom>
        </p:spPr>
        <p:txBody>
          <a:bodyPr spcFirstLastPara="1" wrap="square" lIns="91425" tIns="91425" rIns="91425" bIns="91425" anchor="b" anchorCtr="0">
            <a:noAutofit/>
          </a:bodyPr>
          <a:lstStyle>
            <a:lvl1pPr lvl="0">
              <a:lnSpc>
                <a:spcPct val="115000"/>
              </a:lnSpc>
              <a:spcBef>
                <a:spcPts val="0"/>
              </a:spcBef>
              <a:spcAft>
                <a:spcPts val="0"/>
              </a:spcAft>
              <a:buSzPts val="2400"/>
              <a:buFont typeface="Figtree Black"/>
              <a:buNone/>
              <a:defRPr sz="1900">
                <a:latin typeface="Figtree Black"/>
                <a:ea typeface="Figtree Black"/>
                <a:cs typeface="Figtree Black"/>
                <a:sym typeface="Figtree Black"/>
              </a:defRPr>
            </a:lvl1pPr>
            <a:lvl2pPr lvl="1">
              <a:lnSpc>
                <a:spcPct val="115000"/>
              </a:lnSpc>
              <a:spcBef>
                <a:spcPts val="0"/>
              </a:spcBef>
              <a:spcAft>
                <a:spcPts val="0"/>
              </a:spcAft>
              <a:buSzPts val="1400"/>
              <a:buFont typeface="Figtree Black"/>
              <a:buNone/>
              <a:defRPr>
                <a:latin typeface="Figtree Black"/>
                <a:ea typeface="Figtree Black"/>
                <a:cs typeface="Figtree Black"/>
                <a:sym typeface="Figtree Black"/>
              </a:defRPr>
            </a:lvl2pPr>
            <a:lvl3pPr lvl="2">
              <a:lnSpc>
                <a:spcPct val="115000"/>
              </a:lnSpc>
              <a:spcBef>
                <a:spcPts val="0"/>
              </a:spcBef>
              <a:spcAft>
                <a:spcPts val="0"/>
              </a:spcAft>
              <a:buSzPts val="1400"/>
              <a:buFont typeface="Figtree Black"/>
              <a:buNone/>
              <a:defRPr>
                <a:latin typeface="Figtree Black"/>
                <a:ea typeface="Figtree Black"/>
                <a:cs typeface="Figtree Black"/>
                <a:sym typeface="Figtree Black"/>
              </a:defRPr>
            </a:lvl3pPr>
            <a:lvl4pPr lvl="3">
              <a:lnSpc>
                <a:spcPct val="115000"/>
              </a:lnSpc>
              <a:spcBef>
                <a:spcPts val="0"/>
              </a:spcBef>
              <a:spcAft>
                <a:spcPts val="0"/>
              </a:spcAft>
              <a:buSzPts val="1400"/>
              <a:buFont typeface="Figtree Black"/>
              <a:buNone/>
              <a:defRPr>
                <a:latin typeface="Figtree Black"/>
                <a:ea typeface="Figtree Black"/>
                <a:cs typeface="Figtree Black"/>
                <a:sym typeface="Figtree Black"/>
              </a:defRPr>
            </a:lvl4pPr>
            <a:lvl5pPr lvl="4">
              <a:lnSpc>
                <a:spcPct val="115000"/>
              </a:lnSpc>
              <a:spcBef>
                <a:spcPts val="0"/>
              </a:spcBef>
              <a:spcAft>
                <a:spcPts val="0"/>
              </a:spcAft>
              <a:buSzPts val="1400"/>
              <a:buFont typeface="Figtree Black"/>
              <a:buNone/>
              <a:defRPr>
                <a:latin typeface="Figtree Black"/>
                <a:ea typeface="Figtree Black"/>
                <a:cs typeface="Figtree Black"/>
                <a:sym typeface="Figtree Black"/>
              </a:defRPr>
            </a:lvl5pPr>
            <a:lvl6pPr lvl="5">
              <a:lnSpc>
                <a:spcPct val="115000"/>
              </a:lnSpc>
              <a:spcBef>
                <a:spcPts val="0"/>
              </a:spcBef>
              <a:spcAft>
                <a:spcPts val="0"/>
              </a:spcAft>
              <a:buSzPts val="1400"/>
              <a:buFont typeface="Figtree Black"/>
              <a:buNone/>
              <a:defRPr>
                <a:latin typeface="Figtree Black"/>
                <a:ea typeface="Figtree Black"/>
                <a:cs typeface="Figtree Black"/>
                <a:sym typeface="Figtree Black"/>
              </a:defRPr>
            </a:lvl6pPr>
            <a:lvl7pPr lvl="6">
              <a:lnSpc>
                <a:spcPct val="115000"/>
              </a:lnSpc>
              <a:spcBef>
                <a:spcPts val="0"/>
              </a:spcBef>
              <a:spcAft>
                <a:spcPts val="0"/>
              </a:spcAft>
              <a:buSzPts val="1400"/>
              <a:buFont typeface="Figtree Black"/>
              <a:buNone/>
              <a:defRPr>
                <a:latin typeface="Figtree Black"/>
                <a:ea typeface="Figtree Black"/>
                <a:cs typeface="Figtree Black"/>
                <a:sym typeface="Figtree Black"/>
              </a:defRPr>
            </a:lvl7pPr>
            <a:lvl8pPr lvl="7">
              <a:lnSpc>
                <a:spcPct val="115000"/>
              </a:lnSpc>
              <a:spcBef>
                <a:spcPts val="0"/>
              </a:spcBef>
              <a:spcAft>
                <a:spcPts val="0"/>
              </a:spcAft>
              <a:buSzPts val="1400"/>
              <a:buFont typeface="Figtree Black"/>
              <a:buNone/>
              <a:defRPr>
                <a:latin typeface="Figtree Black"/>
                <a:ea typeface="Figtree Black"/>
                <a:cs typeface="Figtree Black"/>
                <a:sym typeface="Figtree Black"/>
              </a:defRPr>
            </a:lvl8pPr>
            <a:lvl9pPr lvl="8">
              <a:lnSpc>
                <a:spcPct val="115000"/>
              </a:lnSpc>
              <a:spcBef>
                <a:spcPts val="0"/>
              </a:spcBef>
              <a:spcAft>
                <a:spcPts val="0"/>
              </a:spcAft>
              <a:buSzPts val="1400"/>
              <a:buFont typeface="Figtree Black"/>
              <a:buNone/>
              <a:defRPr>
                <a:latin typeface="Figtree Black"/>
                <a:ea typeface="Figtree Black"/>
                <a:cs typeface="Figtree Black"/>
                <a:sym typeface="Figtree Black"/>
              </a:defRPr>
            </a:lvl9pPr>
          </a:lstStyle>
          <a:p>
            <a:endParaRPr/>
          </a:p>
        </p:txBody>
      </p:sp>
      <p:sp>
        <p:nvSpPr>
          <p:cNvPr id="43" name="Google Shape;43;p5"/>
          <p:cNvSpPr txBox="1">
            <a:spLocks noGrp="1"/>
          </p:cNvSpPr>
          <p:nvPr>
            <p:ph type="subTitle" idx="4"/>
          </p:nvPr>
        </p:nvSpPr>
        <p:spPr>
          <a:xfrm>
            <a:off x="4651268" y="1451250"/>
            <a:ext cx="3772800" cy="361500"/>
          </a:xfrm>
          <a:prstGeom prst="rect">
            <a:avLst/>
          </a:prstGeom>
        </p:spPr>
        <p:txBody>
          <a:bodyPr spcFirstLastPara="1" wrap="square" lIns="91425" tIns="91425" rIns="91425" bIns="91425" anchor="b" anchorCtr="0">
            <a:noAutofit/>
          </a:bodyPr>
          <a:lstStyle>
            <a:lvl1pPr lvl="0" rtl="0">
              <a:lnSpc>
                <a:spcPct val="115000"/>
              </a:lnSpc>
              <a:spcBef>
                <a:spcPts val="0"/>
              </a:spcBef>
              <a:spcAft>
                <a:spcPts val="0"/>
              </a:spcAft>
              <a:buSzPts val="2400"/>
              <a:buFont typeface="Figtree Black"/>
              <a:buNone/>
              <a:defRPr sz="1900">
                <a:latin typeface="Figtree Black"/>
                <a:ea typeface="Figtree Black"/>
                <a:cs typeface="Figtree Black"/>
                <a:sym typeface="Figtree Black"/>
              </a:defRPr>
            </a:lvl1pPr>
            <a:lvl2pPr lvl="1" rtl="0">
              <a:lnSpc>
                <a:spcPct val="115000"/>
              </a:lnSpc>
              <a:spcBef>
                <a:spcPts val="0"/>
              </a:spcBef>
              <a:spcAft>
                <a:spcPts val="0"/>
              </a:spcAft>
              <a:buSzPts val="1400"/>
              <a:buFont typeface="Figtree Black"/>
              <a:buNone/>
              <a:defRPr>
                <a:latin typeface="Figtree Black"/>
                <a:ea typeface="Figtree Black"/>
                <a:cs typeface="Figtree Black"/>
                <a:sym typeface="Figtree Black"/>
              </a:defRPr>
            </a:lvl2pPr>
            <a:lvl3pPr lvl="2" rtl="0">
              <a:lnSpc>
                <a:spcPct val="115000"/>
              </a:lnSpc>
              <a:spcBef>
                <a:spcPts val="0"/>
              </a:spcBef>
              <a:spcAft>
                <a:spcPts val="0"/>
              </a:spcAft>
              <a:buSzPts val="1400"/>
              <a:buFont typeface="Figtree Black"/>
              <a:buNone/>
              <a:defRPr>
                <a:latin typeface="Figtree Black"/>
                <a:ea typeface="Figtree Black"/>
                <a:cs typeface="Figtree Black"/>
                <a:sym typeface="Figtree Black"/>
              </a:defRPr>
            </a:lvl3pPr>
            <a:lvl4pPr lvl="3" rtl="0">
              <a:lnSpc>
                <a:spcPct val="115000"/>
              </a:lnSpc>
              <a:spcBef>
                <a:spcPts val="0"/>
              </a:spcBef>
              <a:spcAft>
                <a:spcPts val="0"/>
              </a:spcAft>
              <a:buSzPts val="1400"/>
              <a:buFont typeface="Figtree Black"/>
              <a:buNone/>
              <a:defRPr>
                <a:latin typeface="Figtree Black"/>
                <a:ea typeface="Figtree Black"/>
                <a:cs typeface="Figtree Black"/>
                <a:sym typeface="Figtree Black"/>
              </a:defRPr>
            </a:lvl4pPr>
            <a:lvl5pPr lvl="4" rtl="0">
              <a:lnSpc>
                <a:spcPct val="115000"/>
              </a:lnSpc>
              <a:spcBef>
                <a:spcPts val="0"/>
              </a:spcBef>
              <a:spcAft>
                <a:spcPts val="0"/>
              </a:spcAft>
              <a:buSzPts val="1400"/>
              <a:buFont typeface="Figtree Black"/>
              <a:buNone/>
              <a:defRPr>
                <a:latin typeface="Figtree Black"/>
                <a:ea typeface="Figtree Black"/>
                <a:cs typeface="Figtree Black"/>
                <a:sym typeface="Figtree Black"/>
              </a:defRPr>
            </a:lvl5pPr>
            <a:lvl6pPr lvl="5" rtl="0">
              <a:lnSpc>
                <a:spcPct val="115000"/>
              </a:lnSpc>
              <a:spcBef>
                <a:spcPts val="0"/>
              </a:spcBef>
              <a:spcAft>
                <a:spcPts val="0"/>
              </a:spcAft>
              <a:buSzPts val="1400"/>
              <a:buFont typeface="Figtree Black"/>
              <a:buNone/>
              <a:defRPr>
                <a:latin typeface="Figtree Black"/>
                <a:ea typeface="Figtree Black"/>
                <a:cs typeface="Figtree Black"/>
                <a:sym typeface="Figtree Black"/>
              </a:defRPr>
            </a:lvl6pPr>
            <a:lvl7pPr lvl="6" rtl="0">
              <a:lnSpc>
                <a:spcPct val="115000"/>
              </a:lnSpc>
              <a:spcBef>
                <a:spcPts val="0"/>
              </a:spcBef>
              <a:spcAft>
                <a:spcPts val="0"/>
              </a:spcAft>
              <a:buSzPts val="1400"/>
              <a:buFont typeface="Figtree Black"/>
              <a:buNone/>
              <a:defRPr>
                <a:latin typeface="Figtree Black"/>
                <a:ea typeface="Figtree Black"/>
                <a:cs typeface="Figtree Black"/>
                <a:sym typeface="Figtree Black"/>
              </a:defRPr>
            </a:lvl7pPr>
            <a:lvl8pPr lvl="7" rtl="0">
              <a:lnSpc>
                <a:spcPct val="115000"/>
              </a:lnSpc>
              <a:spcBef>
                <a:spcPts val="0"/>
              </a:spcBef>
              <a:spcAft>
                <a:spcPts val="0"/>
              </a:spcAft>
              <a:buSzPts val="1400"/>
              <a:buFont typeface="Figtree Black"/>
              <a:buNone/>
              <a:defRPr>
                <a:latin typeface="Figtree Black"/>
                <a:ea typeface="Figtree Black"/>
                <a:cs typeface="Figtree Black"/>
                <a:sym typeface="Figtree Black"/>
              </a:defRPr>
            </a:lvl8pPr>
            <a:lvl9pPr lvl="8" rtl="0">
              <a:lnSpc>
                <a:spcPct val="115000"/>
              </a:lnSpc>
              <a:spcBef>
                <a:spcPts val="0"/>
              </a:spcBef>
              <a:spcAft>
                <a:spcPts val="0"/>
              </a:spcAft>
              <a:buSzPts val="1400"/>
              <a:buFont typeface="Figtree Black"/>
              <a:buNone/>
              <a:defRPr>
                <a:latin typeface="Figtree Black"/>
                <a:ea typeface="Figtree Black"/>
                <a:cs typeface="Figtree Black"/>
                <a:sym typeface="Figtree Black"/>
              </a:defRPr>
            </a:lvl9pPr>
          </a:lstStyle>
          <a:p>
            <a:endParaRPr/>
          </a:p>
        </p:txBody>
      </p:sp>
    </p:spTree>
    <p:extLst>
      <p:ext uri="{BB962C8B-B14F-4D97-AF65-F5344CB8AC3E}">
        <p14:creationId xmlns:p14="http://schemas.microsoft.com/office/powerpoint/2010/main" val="389506528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53"/>
        <p:cNvGrpSpPr/>
        <p:nvPr/>
      </p:nvGrpSpPr>
      <p:grpSpPr>
        <a:xfrm>
          <a:off x="0" y="0"/>
          <a:ext cx="0" cy="0"/>
          <a:chOff x="0" y="0"/>
          <a:chExt cx="0" cy="0"/>
        </a:xfrm>
      </p:grpSpPr>
      <p:sp>
        <p:nvSpPr>
          <p:cNvPr id="59" name="Google Shape;59;p7"/>
          <p:cNvSpPr txBox="1">
            <a:spLocks noGrp="1"/>
          </p:cNvSpPr>
          <p:nvPr>
            <p:ph type="title"/>
          </p:nvPr>
        </p:nvSpPr>
        <p:spPr>
          <a:xfrm>
            <a:off x="720000" y="448050"/>
            <a:ext cx="77109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28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60" name="Google Shape;60;p7"/>
          <p:cNvSpPr txBox="1">
            <a:spLocks noGrp="1"/>
          </p:cNvSpPr>
          <p:nvPr>
            <p:ph type="subTitle" idx="1"/>
          </p:nvPr>
        </p:nvSpPr>
        <p:spPr>
          <a:xfrm>
            <a:off x="1733625" y="1361025"/>
            <a:ext cx="6580200" cy="29061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Char char="●"/>
              <a:defRPr sz="1600">
                <a:latin typeface="Hanken Grotesk"/>
                <a:ea typeface="Hanken Grotesk"/>
                <a:cs typeface="Hanken Grotesk"/>
                <a:sym typeface="Hanken Grotesk"/>
              </a:defRPr>
            </a:lvl1pPr>
            <a:lvl2pPr lvl="1" algn="ctr" rtl="0">
              <a:lnSpc>
                <a:spcPct val="100000"/>
              </a:lnSpc>
              <a:spcBef>
                <a:spcPts val="0"/>
              </a:spcBef>
              <a:spcAft>
                <a:spcPts val="0"/>
              </a:spcAft>
              <a:buClr>
                <a:srgbClr val="E76A28"/>
              </a:buClr>
              <a:buSzPts val="1600"/>
              <a:buFont typeface="Nunito Light"/>
              <a:buChar char="○"/>
              <a:defRPr/>
            </a:lvl2pPr>
            <a:lvl3pPr lvl="2" algn="ctr" rtl="0">
              <a:lnSpc>
                <a:spcPct val="100000"/>
              </a:lnSpc>
              <a:spcBef>
                <a:spcPts val="0"/>
              </a:spcBef>
              <a:spcAft>
                <a:spcPts val="0"/>
              </a:spcAft>
              <a:buClr>
                <a:srgbClr val="E76A28"/>
              </a:buClr>
              <a:buSzPts val="1500"/>
              <a:buFont typeface="Nunito Light"/>
              <a:buChar char="■"/>
              <a:defRPr/>
            </a:lvl3pPr>
            <a:lvl4pPr lvl="3" algn="ctr" rtl="0">
              <a:lnSpc>
                <a:spcPct val="100000"/>
              </a:lnSpc>
              <a:spcBef>
                <a:spcPts val="0"/>
              </a:spcBef>
              <a:spcAft>
                <a:spcPts val="0"/>
              </a:spcAft>
              <a:buClr>
                <a:srgbClr val="E76A28"/>
              </a:buClr>
              <a:buSzPts val="1500"/>
              <a:buFont typeface="Nunito Light"/>
              <a:buChar char="●"/>
              <a:defRPr/>
            </a:lvl4pPr>
            <a:lvl5pPr lvl="4" algn="ctr" rtl="0">
              <a:lnSpc>
                <a:spcPct val="100000"/>
              </a:lnSpc>
              <a:spcBef>
                <a:spcPts val="0"/>
              </a:spcBef>
              <a:spcAft>
                <a:spcPts val="0"/>
              </a:spcAft>
              <a:buClr>
                <a:srgbClr val="E76A28"/>
              </a:buClr>
              <a:buSzPts val="1400"/>
              <a:buFont typeface="Nunito Light"/>
              <a:buChar char="○"/>
              <a:defRPr/>
            </a:lvl5pPr>
            <a:lvl6pPr lvl="5" algn="ctr" rtl="0">
              <a:lnSpc>
                <a:spcPct val="100000"/>
              </a:lnSpc>
              <a:spcBef>
                <a:spcPts val="0"/>
              </a:spcBef>
              <a:spcAft>
                <a:spcPts val="0"/>
              </a:spcAft>
              <a:buClr>
                <a:srgbClr val="999999"/>
              </a:buClr>
              <a:buSzPts val="1400"/>
              <a:buFont typeface="Nunito Light"/>
              <a:buChar char="■"/>
              <a:defRPr/>
            </a:lvl6pPr>
            <a:lvl7pPr lvl="6" algn="ctr" rtl="0">
              <a:lnSpc>
                <a:spcPct val="100000"/>
              </a:lnSpc>
              <a:spcBef>
                <a:spcPts val="0"/>
              </a:spcBef>
              <a:spcAft>
                <a:spcPts val="0"/>
              </a:spcAft>
              <a:buClr>
                <a:srgbClr val="999999"/>
              </a:buClr>
              <a:buSzPts val="1300"/>
              <a:buFont typeface="Nunito Light"/>
              <a:buChar char="●"/>
              <a:defRPr/>
            </a:lvl7pPr>
            <a:lvl8pPr lvl="7" algn="ctr" rtl="0">
              <a:lnSpc>
                <a:spcPct val="100000"/>
              </a:lnSpc>
              <a:spcBef>
                <a:spcPts val="0"/>
              </a:spcBef>
              <a:spcAft>
                <a:spcPts val="0"/>
              </a:spcAft>
              <a:buClr>
                <a:srgbClr val="999999"/>
              </a:buClr>
              <a:buSzPts val="1300"/>
              <a:buFont typeface="Nunito Light"/>
              <a:buChar char="○"/>
              <a:defRPr/>
            </a:lvl8pPr>
            <a:lvl9pPr lvl="8" algn="ctr" rtl="0">
              <a:lnSpc>
                <a:spcPct val="100000"/>
              </a:lnSpc>
              <a:spcBef>
                <a:spcPts val="0"/>
              </a:spcBef>
              <a:spcAft>
                <a:spcPts val="0"/>
              </a:spcAft>
              <a:buClr>
                <a:srgbClr val="999999"/>
              </a:buClr>
              <a:buSzPts val="1400"/>
              <a:buFont typeface="Nunito Light"/>
              <a:buChar char="■"/>
              <a:defRPr/>
            </a:lvl9pPr>
          </a:lstStyle>
          <a:p>
            <a:endParaRPr/>
          </a:p>
        </p:txBody>
      </p:sp>
    </p:spTree>
    <p:extLst>
      <p:ext uri="{BB962C8B-B14F-4D97-AF65-F5344CB8AC3E}">
        <p14:creationId xmlns:p14="http://schemas.microsoft.com/office/powerpoint/2010/main" val="122598917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25"/>
        <p:cNvGrpSpPr/>
        <p:nvPr/>
      </p:nvGrpSpPr>
      <p:grpSpPr>
        <a:xfrm>
          <a:off x="0" y="0"/>
          <a:ext cx="0" cy="0"/>
          <a:chOff x="0" y="0"/>
          <a:chExt cx="0" cy="0"/>
        </a:xfrm>
      </p:grpSpPr>
      <p:sp>
        <p:nvSpPr>
          <p:cNvPr id="31" name="Google Shape;31;p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32" name="Google Shape;32;p4"/>
          <p:cNvSpPr txBox="1">
            <a:spLocks noGrp="1"/>
          </p:cNvSpPr>
          <p:nvPr>
            <p:ph type="body" idx="1"/>
          </p:nvPr>
        </p:nvSpPr>
        <p:spPr>
          <a:xfrm>
            <a:off x="720000" y="1215750"/>
            <a:ext cx="7704000" cy="3233100"/>
          </a:xfrm>
          <a:prstGeom prst="rect">
            <a:avLst/>
          </a:prstGeom>
        </p:spPr>
        <p:txBody>
          <a:bodyPr spcFirstLastPara="1" wrap="square" lIns="91425" tIns="91425" rIns="91425" bIns="91425" anchor="t" anchorCtr="0">
            <a:noAutofit/>
          </a:bodyPr>
          <a:lstStyle>
            <a:lvl1pPr marL="457200" lvl="0" indent="-279400" rtl="0">
              <a:spcBef>
                <a:spcPts val="0"/>
              </a:spcBef>
              <a:spcAft>
                <a:spcPts val="0"/>
              </a:spcAft>
              <a:buSzPts val="800"/>
              <a:buChar char="●"/>
              <a:defRPr>
                <a:latin typeface="Hanken Grotesk"/>
                <a:ea typeface="Hanken Grotesk"/>
                <a:cs typeface="Hanken Grotesk"/>
                <a:sym typeface="Hanken Grotesk"/>
              </a:defRPr>
            </a:lvl1pPr>
            <a:lvl2pPr marL="914400" lvl="1" indent="-304800" rtl="0">
              <a:spcBef>
                <a:spcPts val="0"/>
              </a:spcBef>
              <a:spcAft>
                <a:spcPts val="0"/>
              </a:spcAft>
              <a:buSzPts val="1200"/>
              <a:buChar char="○"/>
              <a:defRPr>
                <a:latin typeface="Hanken Grotesk"/>
                <a:ea typeface="Hanken Grotesk"/>
                <a:cs typeface="Hanken Grotesk"/>
                <a:sym typeface="Hanken Grotesk"/>
              </a:defRPr>
            </a:lvl2pPr>
            <a:lvl3pPr marL="1371600" lvl="2" indent="-304800" rtl="0">
              <a:lnSpc>
                <a:spcPct val="115000"/>
              </a:lnSpc>
              <a:spcBef>
                <a:spcPts val="0"/>
              </a:spcBef>
              <a:spcAft>
                <a:spcPts val="0"/>
              </a:spcAft>
              <a:buSzPts val="1200"/>
              <a:buChar char="■"/>
              <a:defRPr/>
            </a:lvl3pPr>
            <a:lvl4pPr marL="1828800" lvl="3" indent="-304800" rtl="0">
              <a:lnSpc>
                <a:spcPct val="115000"/>
              </a:lnSpc>
              <a:spcBef>
                <a:spcPts val="0"/>
              </a:spcBef>
              <a:spcAft>
                <a:spcPts val="0"/>
              </a:spcAft>
              <a:buSzPts val="1200"/>
              <a:buChar char="●"/>
              <a:defRPr/>
            </a:lvl4pPr>
            <a:lvl5pPr marL="2286000" lvl="4" indent="-304800" rtl="0">
              <a:lnSpc>
                <a:spcPct val="115000"/>
              </a:lnSpc>
              <a:spcBef>
                <a:spcPts val="0"/>
              </a:spcBef>
              <a:spcAft>
                <a:spcPts val="0"/>
              </a:spcAft>
              <a:buSzPts val="1200"/>
              <a:buChar char="○"/>
              <a:defRPr/>
            </a:lvl5pPr>
            <a:lvl6pPr marL="2743200" lvl="5" indent="-304800" rtl="0">
              <a:lnSpc>
                <a:spcPct val="115000"/>
              </a:lnSpc>
              <a:spcBef>
                <a:spcPts val="0"/>
              </a:spcBef>
              <a:spcAft>
                <a:spcPts val="0"/>
              </a:spcAft>
              <a:buSzPts val="1200"/>
              <a:buChar char="■"/>
              <a:defRPr/>
            </a:lvl6pPr>
            <a:lvl7pPr marL="3200400" lvl="6" indent="-304800" rtl="0">
              <a:lnSpc>
                <a:spcPct val="115000"/>
              </a:lnSpc>
              <a:spcBef>
                <a:spcPts val="0"/>
              </a:spcBef>
              <a:spcAft>
                <a:spcPts val="0"/>
              </a:spcAft>
              <a:buSzPts val="1200"/>
              <a:buChar char="●"/>
              <a:defRPr/>
            </a:lvl7pPr>
            <a:lvl8pPr marL="3657600" lvl="7" indent="-304800" rtl="0">
              <a:lnSpc>
                <a:spcPct val="115000"/>
              </a:lnSpc>
              <a:spcBef>
                <a:spcPts val="0"/>
              </a:spcBef>
              <a:spcAft>
                <a:spcPts val="0"/>
              </a:spcAft>
              <a:buSzPts val="1200"/>
              <a:buChar char="○"/>
              <a:defRPr/>
            </a:lvl8pPr>
            <a:lvl9pPr marL="4114800" lvl="8" indent="-304800" rtl="0">
              <a:lnSpc>
                <a:spcPct val="115000"/>
              </a:lnSpc>
              <a:spcBef>
                <a:spcPts val="0"/>
              </a:spcBef>
              <a:spcAft>
                <a:spcPts val="0"/>
              </a:spcAft>
              <a:buSzPts val="1200"/>
              <a:buChar char="■"/>
              <a:defRPr/>
            </a:lvl9pPr>
          </a:lstStyle>
          <a:p>
            <a:endParaRPr/>
          </a:p>
        </p:txBody>
      </p:sp>
    </p:spTree>
    <p:extLst>
      <p:ext uri="{BB962C8B-B14F-4D97-AF65-F5344CB8AC3E}">
        <p14:creationId xmlns:p14="http://schemas.microsoft.com/office/powerpoint/2010/main" val="376426459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A32FD9C-60FE-800C-DF4A-CB606F620ED4}"/>
              </a:ext>
            </a:extLst>
          </p:cNvPr>
          <p:cNvSpPr>
            <a:spLocks noGrp="1"/>
          </p:cNvSpPr>
          <p:nvPr>
            <p:ph type="title"/>
          </p:nvPr>
        </p:nvSpPr>
        <p:spPr>
          <a:xfrm>
            <a:off x="628650" y="273844"/>
            <a:ext cx="7886700" cy="994172"/>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7851F58-320A-99CA-D67F-0A98558485F4}"/>
              </a:ext>
            </a:extLst>
          </p:cNvPr>
          <p:cNvSpPr>
            <a:spLocks noGrp="1"/>
          </p:cNvSpPr>
          <p:nvPr>
            <p:ph type="body" idx="1"/>
          </p:nvPr>
        </p:nvSpPr>
        <p:spPr>
          <a:xfrm>
            <a:off x="628650" y="1369219"/>
            <a:ext cx="7886700" cy="326350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A20A17D-47D3-B8EF-EBFB-CF4316A8CA66}"/>
              </a:ext>
            </a:extLst>
          </p:cNvPr>
          <p:cNvSpPr>
            <a:spLocks noGrp="1"/>
          </p:cNvSpPr>
          <p:nvPr>
            <p:ph type="dt" sz="half" idx="2"/>
          </p:nvPr>
        </p:nvSpPr>
        <p:spPr>
          <a:xfrm>
            <a:off x="628650" y="4767263"/>
            <a:ext cx="2057400" cy="273844"/>
          </a:xfrm>
          <a:prstGeom prst="rect">
            <a:avLst/>
          </a:prstGeom>
        </p:spPr>
        <p:txBody>
          <a:bodyPr vert="horz" lIns="91440" tIns="45720" rIns="91440" bIns="45720" rtlCol="0" anchor="ctr"/>
          <a:lstStyle>
            <a:lvl1pPr algn="l">
              <a:defRPr sz="900">
                <a:solidFill>
                  <a:schemeClr val="tx1">
                    <a:tint val="82000"/>
                  </a:schemeClr>
                </a:solidFill>
              </a:defRPr>
            </a:lvl1pPr>
          </a:lstStyle>
          <a:p>
            <a:fld id="{1A90A598-0175-4F4C-B315-95405EC9EDA1}" type="datetimeFigureOut">
              <a:rPr lang="en-US" smtClean="0"/>
              <a:t>12/4/2025</a:t>
            </a:fld>
            <a:endParaRPr lang="en-US"/>
          </a:p>
        </p:txBody>
      </p:sp>
      <p:sp>
        <p:nvSpPr>
          <p:cNvPr id="5" name="Footer Placeholder 4">
            <a:extLst>
              <a:ext uri="{FF2B5EF4-FFF2-40B4-BE49-F238E27FC236}">
                <a16:creationId xmlns:a16="http://schemas.microsoft.com/office/drawing/2014/main" id="{865C5F51-D9B7-46CA-6A66-F6330B72B6F7}"/>
              </a:ext>
            </a:extLst>
          </p:cNvPr>
          <p:cNvSpPr>
            <a:spLocks noGrp="1"/>
          </p:cNvSpPr>
          <p:nvPr>
            <p:ph type="ftr" sz="quarter" idx="3"/>
          </p:nvPr>
        </p:nvSpPr>
        <p:spPr>
          <a:xfrm>
            <a:off x="3028950" y="4767263"/>
            <a:ext cx="3086100" cy="273844"/>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273596BA-118D-33B3-8CC4-CBC50B562EBA}"/>
              </a:ext>
            </a:extLst>
          </p:cNvPr>
          <p:cNvSpPr>
            <a:spLocks noGrp="1"/>
          </p:cNvSpPr>
          <p:nvPr>
            <p:ph type="sldNum" sz="quarter" idx="4"/>
          </p:nvPr>
        </p:nvSpPr>
        <p:spPr>
          <a:xfrm>
            <a:off x="6457950" y="4767263"/>
            <a:ext cx="2057400" cy="273844"/>
          </a:xfrm>
          <a:prstGeom prst="rect">
            <a:avLst/>
          </a:prstGeom>
        </p:spPr>
        <p:txBody>
          <a:bodyPr vert="horz" lIns="91440" tIns="45720" rIns="91440" bIns="45720" rtlCol="0" anchor="ctr"/>
          <a:lstStyle>
            <a:lvl1pPr algn="r">
              <a:defRPr sz="900">
                <a:solidFill>
                  <a:schemeClr val="tx1">
                    <a:tint val="82000"/>
                  </a:schemeClr>
                </a:solidFill>
              </a:defRPr>
            </a:lvl1pPr>
          </a:lstStyle>
          <a:p>
            <a:fld id="{72306B76-16F9-4795-AD14-3B8AE7C42EDF}" type="slidenum">
              <a:rPr lang="en-US" smtClean="0"/>
              <a:t>‹#›</a:t>
            </a:fld>
            <a:endParaRPr lang="en-US"/>
          </a:p>
        </p:txBody>
      </p:sp>
    </p:spTree>
    <p:extLst>
      <p:ext uri="{BB962C8B-B14F-4D97-AF65-F5344CB8AC3E}">
        <p14:creationId xmlns:p14="http://schemas.microsoft.com/office/powerpoint/2010/main" val="3153005925"/>
      </p:ext>
    </p:extLst>
  </p:cSld>
  <p:clrMap bg1="lt1" tx1="dk1" bg2="lt2" tx2="dk2" accent1="accent1" accent2="accent2" accent3="accent3" accent4="accent4" accent5="accent5" accent6="accent6" hlink="hlink" folHlink="folHlink"/>
  <p:sldLayoutIdLst>
    <p:sldLayoutId id="2147483680" r:id="rId1"/>
    <p:sldLayoutId id="2147483681" r:id="rId2"/>
    <p:sldLayoutId id="2147483682" r:id="rId3"/>
    <p:sldLayoutId id="2147483683" r:id="rId4"/>
    <p:sldLayoutId id="2147483684" r:id="rId5"/>
    <p:sldLayoutId id="2147483685" r:id="rId6"/>
    <p:sldLayoutId id="2147483686" r:id="rId7"/>
    <p:sldLayoutId id="2147483687" r:id="rId8"/>
    <p:sldLayoutId id="2147483688" r:id="rId9"/>
    <p:sldLayoutId id="2147483689" r:id="rId10"/>
    <p:sldLayoutId id="2147483690" r:id="rId11"/>
    <p:sldLayoutId id="2147483691" r:id="rId12"/>
    <p:sldLayoutId id="2147483692" r:id="rId13"/>
    <p:sldLayoutId id="2147483693" r:id="rId14"/>
    <p:sldLayoutId id="2147483694" r:id="rId15"/>
    <p:sldLayoutId id="2147483695" r:id="rId16"/>
    <p:sldLayoutId id="2147483696" r:id="rId17"/>
    <p:sldLayoutId id="2147483697" r:id="rId18"/>
    <p:sldLayoutId id="2147483698" r:id="rId19"/>
  </p:sldLayoutIdLst>
  <p:hf hdr="0" ftr="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6.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6.xml"/></Relationships>
</file>

<file path=ppt/slides/_rels/slide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6.xml"/></Relationships>
</file>

<file path=ppt/slides/_rels/slide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7.xml"/></Relationships>
</file>

<file path=ppt/slides/_rels/slide15.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1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7.xml"/></Relationships>
</file>

<file path=ppt/slides/_rels/slide1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88"/>
        <p:cNvGrpSpPr/>
        <p:nvPr/>
      </p:nvGrpSpPr>
      <p:grpSpPr>
        <a:xfrm>
          <a:off x="0" y="0"/>
          <a:ext cx="0" cy="0"/>
          <a:chOff x="0" y="0"/>
          <a:chExt cx="0" cy="0"/>
        </a:xfrm>
      </p:grpSpPr>
      <p:sp>
        <p:nvSpPr>
          <p:cNvPr id="289" name="Google Shape;289;p33"/>
          <p:cNvSpPr txBox="1">
            <a:spLocks noGrp="1"/>
          </p:cNvSpPr>
          <p:nvPr>
            <p:ph type="ctrTitle"/>
          </p:nvPr>
        </p:nvSpPr>
        <p:spPr>
          <a:xfrm>
            <a:off x="1087125" y="994060"/>
            <a:ext cx="5897400" cy="1392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sz="2800" b="1" dirty="0"/>
              <a:t>SHORT-TERM ELECTRICAL LOAD FORECASTING FOR BANESHWOR FEEDER USING MACHINE AND DEEP LEARNING MODELS</a:t>
            </a:r>
            <a:endParaRPr sz="2800" b="1" dirty="0"/>
          </a:p>
        </p:txBody>
      </p:sp>
      <p:sp>
        <p:nvSpPr>
          <p:cNvPr id="290" name="Google Shape;290;p33"/>
          <p:cNvSpPr txBox="1">
            <a:spLocks noGrp="1"/>
          </p:cNvSpPr>
          <p:nvPr>
            <p:ph type="subTitle" idx="1"/>
          </p:nvPr>
        </p:nvSpPr>
        <p:spPr>
          <a:xfrm>
            <a:off x="1087125" y="2630927"/>
            <a:ext cx="5897400" cy="206502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Presenter,</a:t>
            </a:r>
          </a:p>
          <a:p>
            <a:pPr marL="0" lvl="0" indent="0" algn="l" rtl="0">
              <a:spcBef>
                <a:spcPts val="0"/>
              </a:spcBef>
              <a:spcAft>
                <a:spcPts val="0"/>
              </a:spcAft>
              <a:buNone/>
            </a:pPr>
            <a:r>
              <a:rPr lang="en-US" b="1" dirty="0"/>
              <a:t>Sujit Koirala </a:t>
            </a:r>
          </a:p>
          <a:p>
            <a:pPr marL="0" lvl="0" indent="0" algn="l" rtl="0">
              <a:spcBef>
                <a:spcPts val="0"/>
              </a:spcBef>
              <a:spcAft>
                <a:spcPts val="0"/>
              </a:spcAft>
              <a:buNone/>
            </a:pPr>
            <a:endParaRPr lang="en-US" dirty="0"/>
          </a:p>
          <a:p>
            <a:pPr marL="0" lvl="0" indent="0" algn="l" rtl="0">
              <a:spcBef>
                <a:spcPts val="0"/>
              </a:spcBef>
              <a:spcAft>
                <a:spcPts val="0"/>
              </a:spcAft>
              <a:buNone/>
            </a:pPr>
            <a:r>
              <a:rPr lang="en-US" sz="1100" dirty="0"/>
              <a:t>The Department Of Electrical Engineering </a:t>
            </a:r>
          </a:p>
          <a:p>
            <a:pPr marL="0" lvl="0" indent="0" algn="l" rtl="0">
              <a:spcBef>
                <a:spcPts val="0"/>
              </a:spcBef>
              <a:spcAft>
                <a:spcPts val="0"/>
              </a:spcAft>
              <a:buNone/>
            </a:pPr>
            <a:r>
              <a:rPr lang="en-US" sz="1100" b="1" dirty="0"/>
              <a:t>Masters Of Science In Power System Engineering</a:t>
            </a:r>
          </a:p>
          <a:p>
            <a:pPr marL="0" lvl="0" indent="0" algn="l" rtl="0">
              <a:spcBef>
                <a:spcPts val="0"/>
              </a:spcBef>
              <a:spcAft>
                <a:spcPts val="0"/>
              </a:spcAft>
              <a:buNone/>
            </a:pPr>
            <a:endParaRPr lang="en-US" sz="1100" dirty="0"/>
          </a:p>
          <a:p>
            <a:pPr marL="0" lvl="0" indent="0" algn="l" rtl="0">
              <a:spcBef>
                <a:spcPts val="0"/>
              </a:spcBef>
              <a:spcAft>
                <a:spcPts val="0"/>
              </a:spcAft>
              <a:buNone/>
            </a:pPr>
            <a:r>
              <a:rPr lang="en-US" sz="1100" b="1" dirty="0"/>
              <a:t>Tribhuvan University</a:t>
            </a:r>
          </a:p>
          <a:p>
            <a:pPr marL="0" lvl="0" indent="0" algn="l" rtl="0">
              <a:spcBef>
                <a:spcPts val="0"/>
              </a:spcBef>
              <a:spcAft>
                <a:spcPts val="0"/>
              </a:spcAft>
              <a:buNone/>
            </a:pPr>
            <a:r>
              <a:rPr lang="en-US" sz="1100" dirty="0"/>
              <a:t>Institute of Engineering</a:t>
            </a:r>
          </a:p>
          <a:p>
            <a:pPr marL="0" lvl="0" indent="0" algn="l" rtl="0">
              <a:spcBef>
                <a:spcPts val="0"/>
              </a:spcBef>
              <a:spcAft>
                <a:spcPts val="0"/>
              </a:spcAft>
              <a:buNone/>
            </a:pPr>
            <a:r>
              <a:rPr lang="en-US" sz="1100" dirty="0" err="1"/>
              <a:t>Pulchowk</a:t>
            </a:r>
            <a:r>
              <a:rPr lang="en-US" sz="1100" dirty="0"/>
              <a:t> Campus</a:t>
            </a:r>
            <a:endParaRPr lang="en-US" dirty="0">
              <a:latin typeface="Hanken Grotesk"/>
              <a:ea typeface="Hanken Grotesk"/>
              <a:cs typeface="Hanken Grotesk"/>
              <a:sym typeface="Hanken Grotesk"/>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303"/>
        <p:cNvGrpSpPr/>
        <p:nvPr/>
      </p:nvGrpSpPr>
      <p:grpSpPr>
        <a:xfrm>
          <a:off x="0" y="0"/>
          <a:ext cx="0" cy="0"/>
          <a:chOff x="0" y="0"/>
          <a:chExt cx="0" cy="0"/>
        </a:xfrm>
      </p:grpSpPr>
      <p:cxnSp>
        <p:nvCxnSpPr>
          <p:cNvPr id="304" name="Google Shape;304;p35"/>
          <p:cNvCxnSpPr>
            <a:cxnSpLocks/>
            <a:stCxn id="313" idx="1"/>
          </p:cNvCxnSpPr>
          <p:nvPr/>
        </p:nvCxnSpPr>
        <p:spPr>
          <a:xfrm flipH="1">
            <a:off x="-167825" y="3160425"/>
            <a:ext cx="3676875" cy="0"/>
          </a:xfrm>
          <a:prstGeom prst="straightConnector1">
            <a:avLst/>
          </a:prstGeom>
          <a:noFill/>
          <a:ln w="19050" cap="flat" cmpd="sng">
            <a:solidFill>
              <a:schemeClr val="dk1"/>
            </a:solidFill>
            <a:prstDash val="solid"/>
            <a:round/>
            <a:headEnd type="none" w="med" len="med"/>
            <a:tailEnd type="none" w="med" len="med"/>
          </a:ln>
        </p:spPr>
      </p:cxnSp>
      <p:cxnSp>
        <p:nvCxnSpPr>
          <p:cNvPr id="306" name="Google Shape;306;p35"/>
          <p:cNvCxnSpPr>
            <a:stCxn id="307" idx="3"/>
          </p:cNvCxnSpPr>
          <p:nvPr/>
        </p:nvCxnSpPr>
        <p:spPr>
          <a:xfrm>
            <a:off x="1285275" y="1502500"/>
            <a:ext cx="8009700" cy="0"/>
          </a:xfrm>
          <a:prstGeom prst="straightConnector1">
            <a:avLst/>
          </a:prstGeom>
          <a:noFill/>
          <a:ln w="19050" cap="flat" cmpd="sng">
            <a:solidFill>
              <a:schemeClr val="dk1"/>
            </a:solidFill>
            <a:prstDash val="solid"/>
            <a:round/>
            <a:headEnd type="none" w="med" len="med"/>
            <a:tailEnd type="none" w="med" len="med"/>
          </a:ln>
        </p:spPr>
      </p:cxnSp>
      <p:sp>
        <p:nvSpPr>
          <p:cNvPr id="308" name="Google Shape;308;p35"/>
          <p:cNvSpPr txBox="1">
            <a:spLocks noGrp="1"/>
          </p:cNvSpPr>
          <p:nvPr>
            <p:ph type="title"/>
          </p:nvPr>
        </p:nvSpPr>
        <p:spPr>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Table of contents</a:t>
            </a:r>
            <a:endParaRPr/>
          </a:p>
        </p:txBody>
      </p:sp>
      <p:sp>
        <p:nvSpPr>
          <p:cNvPr id="319" name="Google Shape;319;p35"/>
          <p:cNvSpPr txBox="1">
            <a:spLocks noGrp="1"/>
          </p:cNvSpPr>
          <p:nvPr>
            <p:ph type="subTitle" idx="1"/>
          </p:nvPr>
        </p:nvSpPr>
        <p:spPr>
          <a:xfrm>
            <a:off x="788675" y="1749037"/>
            <a:ext cx="23055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1800" dirty="0"/>
              <a:t>Introduction</a:t>
            </a:r>
            <a:endParaRPr sz="1800" dirty="0"/>
          </a:p>
        </p:txBody>
      </p:sp>
      <p:sp>
        <p:nvSpPr>
          <p:cNvPr id="320" name="Google Shape;320;p35"/>
          <p:cNvSpPr txBox="1">
            <a:spLocks noGrp="1"/>
          </p:cNvSpPr>
          <p:nvPr>
            <p:ph type="subTitle" idx="2"/>
          </p:nvPr>
        </p:nvSpPr>
        <p:spPr>
          <a:xfrm>
            <a:off x="788675" y="3363674"/>
            <a:ext cx="23055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1800" dirty="0"/>
              <a:t>Methodology</a:t>
            </a:r>
            <a:endParaRPr sz="1800" dirty="0"/>
          </a:p>
        </p:txBody>
      </p:sp>
      <p:sp>
        <p:nvSpPr>
          <p:cNvPr id="321" name="Google Shape;321;p35"/>
          <p:cNvSpPr txBox="1">
            <a:spLocks noGrp="1"/>
          </p:cNvSpPr>
          <p:nvPr>
            <p:ph type="subTitle" idx="3"/>
          </p:nvPr>
        </p:nvSpPr>
        <p:spPr>
          <a:xfrm>
            <a:off x="3418500" y="3363674"/>
            <a:ext cx="23055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1800" dirty="0"/>
              <a:t>Conclusion</a:t>
            </a:r>
            <a:endParaRPr sz="1800" dirty="0"/>
          </a:p>
        </p:txBody>
      </p:sp>
      <p:sp>
        <p:nvSpPr>
          <p:cNvPr id="322" name="Google Shape;322;p35"/>
          <p:cNvSpPr txBox="1">
            <a:spLocks noGrp="1"/>
          </p:cNvSpPr>
          <p:nvPr>
            <p:ph type="subTitle" idx="4"/>
          </p:nvPr>
        </p:nvSpPr>
        <p:spPr>
          <a:xfrm>
            <a:off x="3418500" y="1749037"/>
            <a:ext cx="23055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1800" dirty="0"/>
              <a:t>Problem Statement</a:t>
            </a:r>
            <a:endParaRPr sz="1800" dirty="0"/>
          </a:p>
        </p:txBody>
      </p:sp>
      <p:sp>
        <p:nvSpPr>
          <p:cNvPr id="307" name="Google Shape;307;p35"/>
          <p:cNvSpPr txBox="1">
            <a:spLocks noGrp="1"/>
          </p:cNvSpPr>
          <p:nvPr>
            <p:ph type="title" idx="5"/>
          </p:nvPr>
        </p:nvSpPr>
        <p:spPr>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01</a:t>
            </a:r>
            <a:endParaRPr/>
          </a:p>
        </p:txBody>
      </p:sp>
      <p:sp>
        <p:nvSpPr>
          <p:cNvPr id="313" name="Google Shape;313;p35"/>
          <p:cNvSpPr txBox="1">
            <a:spLocks noGrp="1"/>
          </p:cNvSpPr>
          <p:nvPr>
            <p:ph type="title" idx="6"/>
          </p:nvPr>
        </p:nvSpPr>
        <p:spPr>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05</a:t>
            </a:r>
            <a:endParaRPr/>
          </a:p>
        </p:txBody>
      </p:sp>
      <p:sp>
        <p:nvSpPr>
          <p:cNvPr id="314" name="Google Shape;314;p35"/>
          <p:cNvSpPr txBox="1">
            <a:spLocks noGrp="1"/>
          </p:cNvSpPr>
          <p:nvPr>
            <p:ph type="title" idx="7"/>
          </p:nvPr>
        </p:nvSpPr>
        <p:spPr>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04</a:t>
            </a:r>
            <a:endParaRPr/>
          </a:p>
        </p:txBody>
      </p:sp>
      <p:sp>
        <p:nvSpPr>
          <p:cNvPr id="315" name="Google Shape;315;p35"/>
          <p:cNvSpPr txBox="1">
            <a:spLocks noGrp="1"/>
          </p:cNvSpPr>
          <p:nvPr>
            <p:ph type="title" idx="8"/>
          </p:nvPr>
        </p:nvSpPr>
        <p:spPr>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02</a:t>
            </a:r>
            <a:endParaRPr/>
          </a:p>
        </p:txBody>
      </p:sp>
      <p:sp>
        <p:nvSpPr>
          <p:cNvPr id="324" name="Google Shape;324;p35"/>
          <p:cNvSpPr txBox="1">
            <a:spLocks noGrp="1"/>
          </p:cNvSpPr>
          <p:nvPr>
            <p:ph type="subTitle" idx="13"/>
          </p:nvPr>
        </p:nvSpPr>
        <p:spPr>
          <a:xfrm>
            <a:off x="6048325" y="1749037"/>
            <a:ext cx="2305500" cy="572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1800"/>
              <a:t>Objectives</a:t>
            </a:r>
            <a:endParaRPr sz="1800"/>
          </a:p>
        </p:txBody>
      </p:sp>
      <p:sp>
        <p:nvSpPr>
          <p:cNvPr id="318" name="Google Shape;318;p35"/>
          <p:cNvSpPr txBox="1">
            <a:spLocks noGrp="1"/>
          </p:cNvSpPr>
          <p:nvPr>
            <p:ph type="title" idx="15"/>
          </p:nvPr>
        </p:nvSpPr>
        <p:spPr>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03</a:t>
            </a: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28"/>
        <p:cNvGrpSpPr/>
        <p:nvPr/>
      </p:nvGrpSpPr>
      <p:grpSpPr>
        <a:xfrm>
          <a:off x="0" y="0"/>
          <a:ext cx="0" cy="0"/>
          <a:chOff x="0" y="0"/>
          <a:chExt cx="0" cy="0"/>
        </a:xfrm>
      </p:grpSpPr>
      <p:sp>
        <p:nvSpPr>
          <p:cNvPr id="329" name="Google Shape;329;p36"/>
          <p:cNvSpPr txBox="1">
            <a:spLocks noGrp="1"/>
          </p:cNvSpPr>
          <p:nvPr>
            <p:ph type="title"/>
          </p:nvPr>
        </p:nvSpPr>
        <p:spPr>
          <a:xfrm>
            <a:off x="1273718" y="301765"/>
            <a:ext cx="5067600" cy="55897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dirty="0"/>
              <a:t>Introduction</a:t>
            </a:r>
            <a:endParaRPr sz="2400" dirty="0"/>
          </a:p>
        </p:txBody>
      </p:sp>
      <p:sp>
        <p:nvSpPr>
          <p:cNvPr id="331" name="Google Shape;331;p36"/>
          <p:cNvSpPr txBox="1">
            <a:spLocks noGrp="1"/>
          </p:cNvSpPr>
          <p:nvPr>
            <p:ph type="title" idx="2"/>
          </p:nvPr>
        </p:nvSpPr>
        <p:spPr>
          <a:xfrm>
            <a:off x="272960" y="228750"/>
            <a:ext cx="824400" cy="7050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01</a:t>
            </a:r>
            <a:endParaRPr/>
          </a:p>
        </p:txBody>
      </p:sp>
      <p:sp>
        <p:nvSpPr>
          <p:cNvPr id="330" name="Google Shape;330;p36"/>
          <p:cNvSpPr txBox="1">
            <a:spLocks noGrp="1"/>
          </p:cNvSpPr>
          <p:nvPr>
            <p:ph type="subTitle" idx="1"/>
          </p:nvPr>
        </p:nvSpPr>
        <p:spPr>
          <a:xfrm>
            <a:off x="272960" y="1361167"/>
            <a:ext cx="5487760" cy="2815123"/>
          </a:xfrm>
          <a:prstGeom prst="rect">
            <a:avLst/>
          </a:prstGeom>
        </p:spPr>
        <p:txBody>
          <a:bodyPr spcFirstLastPara="1" wrap="square" lIns="91425" tIns="91425" rIns="91425" bIns="91425" anchor="t" anchorCtr="0">
            <a:noAutofit/>
          </a:bodyPr>
          <a:lstStyle/>
          <a:p>
            <a:pPr marL="0" indent="0"/>
            <a:r>
              <a:rPr lang="en-US" sz="1800" dirty="0"/>
              <a:t>Short-term electrical load forecasting is essential for planning and operating a reliable power system. It helps utilities manage demand, reduce costs, and improve overall efficiency. The </a:t>
            </a:r>
            <a:r>
              <a:rPr lang="en-US" sz="1800" dirty="0" err="1"/>
              <a:t>Baneshwor</a:t>
            </a:r>
            <a:r>
              <a:rPr lang="en-US" sz="1800" dirty="0"/>
              <a:t> Feeder serves a mix of households, businesses, and small industries, and its load pattern shifts with time, weather, and community activities. This project explores how modern machine learning and deep learning models can forecast its hourly demand more accurately than traditional methods.</a:t>
            </a:r>
          </a:p>
          <a:p>
            <a:pPr marL="0" lvl="0" indent="0" algn="l" rtl="0">
              <a:spcBef>
                <a:spcPts val="0"/>
              </a:spcBef>
              <a:spcAft>
                <a:spcPts val="0"/>
              </a:spcAft>
              <a:buNone/>
            </a:pPr>
            <a:endParaRPr lang="en-US" sz="1800" dirty="0"/>
          </a:p>
        </p:txBody>
      </p:sp>
      <p:pic>
        <p:nvPicPr>
          <p:cNvPr id="2" name="Picture 1">
            <a:extLst>
              <a:ext uri="{FF2B5EF4-FFF2-40B4-BE49-F238E27FC236}">
                <a16:creationId xmlns:a16="http://schemas.microsoft.com/office/drawing/2014/main" id="{3F7F4FBC-54C5-B862-1125-E613B3F2698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61595" y="1644097"/>
            <a:ext cx="2684565" cy="1997546"/>
          </a:xfrm>
          <a:prstGeom prst="rect">
            <a:avLst/>
          </a:prstGeom>
        </p:spPr>
      </p:pic>
      <p:sp>
        <p:nvSpPr>
          <p:cNvPr id="4" name="Google Shape;330;p36">
            <a:extLst>
              <a:ext uri="{FF2B5EF4-FFF2-40B4-BE49-F238E27FC236}">
                <a16:creationId xmlns:a16="http://schemas.microsoft.com/office/drawing/2014/main" id="{5FF01715-F226-464B-79D8-29CB630C06A4}"/>
              </a:ext>
            </a:extLst>
          </p:cNvPr>
          <p:cNvSpPr txBox="1">
            <a:spLocks/>
          </p:cNvSpPr>
          <p:nvPr/>
        </p:nvSpPr>
        <p:spPr>
          <a:xfrm>
            <a:off x="5961595" y="3723419"/>
            <a:ext cx="2700271" cy="34791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lgn="ctr"/>
            <a:r>
              <a:rPr lang="en-US" sz="1100" i="1" dirty="0"/>
              <a:t>Fig 1.1: </a:t>
            </a:r>
            <a:r>
              <a:rPr lang="en-US" sz="1100" i="1" dirty="0" err="1"/>
              <a:t>Baneshwor</a:t>
            </a:r>
            <a:r>
              <a:rPr lang="en-US" sz="1100" i="1" dirty="0"/>
              <a:t> Feeder View</a:t>
            </a:r>
          </a:p>
        </p:txBody>
      </p:sp>
      <p:sp>
        <p:nvSpPr>
          <p:cNvPr id="3" name="Google Shape;330;p36">
            <a:extLst>
              <a:ext uri="{FF2B5EF4-FFF2-40B4-BE49-F238E27FC236}">
                <a16:creationId xmlns:a16="http://schemas.microsoft.com/office/drawing/2014/main" id="{8AAFE696-816A-F0E9-43CD-4501DD434978}"/>
              </a:ext>
            </a:extLst>
          </p:cNvPr>
          <p:cNvSpPr txBox="1">
            <a:spLocks/>
          </p:cNvSpPr>
          <p:nvPr/>
        </p:nvSpPr>
        <p:spPr>
          <a:xfrm>
            <a:off x="272960" y="4676722"/>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1 - </a:t>
            </a:r>
            <a:fld id="{1612EBDF-BBCF-4455-9CA4-C9C775D5C22A}" type="datetime1">
              <a:rPr lang="en-US" sz="1000" smtClean="0"/>
              <a:t>12/4/2025</a:t>
            </a:fld>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329;p36">
            <a:extLst>
              <a:ext uri="{FF2B5EF4-FFF2-40B4-BE49-F238E27FC236}">
                <a16:creationId xmlns:a16="http://schemas.microsoft.com/office/drawing/2014/main" id="{C2111AF8-C9AA-7F8C-B147-558D53F32554}"/>
              </a:ext>
            </a:extLst>
          </p:cNvPr>
          <p:cNvSpPr txBox="1">
            <a:spLocks noGrp="1"/>
          </p:cNvSpPr>
          <p:nvPr>
            <p:ph type="title"/>
          </p:nvPr>
        </p:nvSpPr>
        <p:spPr>
          <a:xfrm>
            <a:off x="1233078" y="403456"/>
            <a:ext cx="5067600" cy="55897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dirty="0"/>
              <a:t>Problem Statement</a:t>
            </a:r>
            <a:endParaRPr sz="2400" dirty="0"/>
          </a:p>
        </p:txBody>
      </p:sp>
      <p:sp>
        <p:nvSpPr>
          <p:cNvPr id="5" name="Google Shape;330;p36">
            <a:extLst>
              <a:ext uri="{FF2B5EF4-FFF2-40B4-BE49-F238E27FC236}">
                <a16:creationId xmlns:a16="http://schemas.microsoft.com/office/drawing/2014/main" id="{C1C0F850-0FD7-F69E-7945-BC62359D026F}"/>
              </a:ext>
            </a:extLst>
          </p:cNvPr>
          <p:cNvSpPr txBox="1">
            <a:spLocks noGrp="1"/>
          </p:cNvSpPr>
          <p:nvPr>
            <p:ph type="subTitle" idx="1"/>
          </p:nvPr>
        </p:nvSpPr>
        <p:spPr>
          <a:xfrm>
            <a:off x="283120" y="1310827"/>
            <a:ext cx="8230959" cy="2815123"/>
          </a:xfrm>
          <a:prstGeom prst="rect">
            <a:avLst/>
          </a:prstGeom>
        </p:spPr>
        <p:txBody>
          <a:bodyPr spcFirstLastPara="1" wrap="square" lIns="91425" tIns="91425" rIns="91425" bIns="91425" anchor="t" anchorCtr="0">
            <a:noAutofit/>
          </a:bodyPr>
          <a:lstStyle/>
          <a:p>
            <a:pPr marL="171450" lvl="0" indent="-171450" algn="l" rtl="0">
              <a:spcBef>
                <a:spcPts val="0"/>
              </a:spcBef>
              <a:spcAft>
                <a:spcPts val="0"/>
              </a:spcAft>
              <a:buSzPts val="1200"/>
              <a:buFont typeface="Arial" panose="020B0604020202020204" pitchFamily="34" charset="0"/>
              <a:buChar char="•"/>
            </a:pPr>
            <a:r>
              <a:rPr lang="en-US" sz="1600" dirty="0"/>
              <a:t>Existing forecasting methods for the </a:t>
            </a:r>
            <a:r>
              <a:rPr lang="en-US" sz="1600" dirty="0" err="1"/>
              <a:t>Baneshwor</a:t>
            </a:r>
            <a:r>
              <a:rPr lang="en-US" sz="1600" dirty="0"/>
              <a:t> Feeder rely on manual estimates or traditional statistical models that struggle to capture nonlinear and rapidly changing load patterns.</a:t>
            </a:r>
          </a:p>
          <a:p>
            <a:pPr marL="171450" lvl="0" indent="-171450" algn="l" rtl="0">
              <a:spcBef>
                <a:spcPts val="0"/>
              </a:spcBef>
              <a:spcAft>
                <a:spcPts val="0"/>
              </a:spcAft>
              <a:buSzPts val="1200"/>
              <a:buFont typeface="Arial" panose="020B0604020202020204" pitchFamily="34" charset="0"/>
              <a:buChar char="•"/>
            </a:pPr>
            <a:endParaRPr lang="en-US" sz="1600" dirty="0"/>
          </a:p>
          <a:p>
            <a:pPr marL="171450" lvl="0" indent="-171450" algn="l" rtl="0">
              <a:spcBef>
                <a:spcPts val="0"/>
              </a:spcBef>
              <a:spcAft>
                <a:spcPts val="0"/>
              </a:spcAft>
              <a:buSzPts val="1200"/>
              <a:buFont typeface="Arial" panose="020B0604020202020204" pitchFamily="34" charset="0"/>
              <a:buChar char="•"/>
            </a:pPr>
            <a:r>
              <a:rPr lang="en-US" sz="1600" dirty="0"/>
              <a:t>Weather changes, calendar effects, and local demand variations make the load behavior more complex, reducing the accuracy of current forecasting practices.</a:t>
            </a:r>
          </a:p>
          <a:p>
            <a:pPr marL="171450" lvl="0" indent="-171450" algn="l" rtl="0">
              <a:spcBef>
                <a:spcPts val="0"/>
              </a:spcBef>
              <a:spcAft>
                <a:spcPts val="0"/>
              </a:spcAft>
              <a:buSzPts val="1200"/>
              <a:buFont typeface="Arial" panose="020B0604020202020204" pitchFamily="34" charset="0"/>
              <a:buChar char="•"/>
            </a:pPr>
            <a:endParaRPr lang="en-US" sz="1600" dirty="0"/>
          </a:p>
          <a:p>
            <a:pPr marL="171450" lvl="0" indent="-171450" algn="l" rtl="0">
              <a:spcBef>
                <a:spcPts val="0"/>
              </a:spcBef>
              <a:spcAft>
                <a:spcPts val="0"/>
              </a:spcAft>
              <a:buSzPts val="1200"/>
              <a:buFont typeface="Arial" panose="020B0604020202020204" pitchFamily="34" charset="0"/>
              <a:buChar char="•"/>
            </a:pPr>
            <a:r>
              <a:rPr lang="en-US" sz="1600" dirty="0"/>
              <a:t>Inaccurate forecasts lead to poor generation scheduling, higher operational costs, increased technical losses, and potential reliability issues in the distribution system.</a:t>
            </a:r>
          </a:p>
          <a:p>
            <a:pPr marL="171450" lvl="0" indent="-171450" algn="l" rtl="0">
              <a:spcBef>
                <a:spcPts val="0"/>
              </a:spcBef>
              <a:spcAft>
                <a:spcPts val="0"/>
              </a:spcAft>
              <a:buSzPts val="1200"/>
              <a:buFont typeface="Arial" panose="020B0604020202020204" pitchFamily="34" charset="0"/>
              <a:buChar char="•"/>
            </a:pPr>
            <a:endParaRPr lang="en-US" sz="1600" dirty="0"/>
          </a:p>
          <a:p>
            <a:pPr marL="171450" lvl="0" indent="-171450" algn="l" rtl="0">
              <a:spcBef>
                <a:spcPts val="0"/>
              </a:spcBef>
              <a:spcAft>
                <a:spcPts val="0"/>
              </a:spcAft>
              <a:buSzPts val="1200"/>
              <a:buFont typeface="Arial" panose="020B0604020202020204" pitchFamily="34" charset="0"/>
              <a:buChar char="•"/>
            </a:pPr>
            <a:r>
              <a:rPr lang="en-US" sz="1600" dirty="0"/>
              <a:t>There is no systematic study that applies and compares advanced machine learning and deep learning models for short-term forecasting of this specific feeder.</a:t>
            </a:r>
          </a:p>
          <a:p>
            <a:pPr marL="171450" lvl="0" indent="-171450" algn="l" rtl="0">
              <a:spcBef>
                <a:spcPts val="0"/>
              </a:spcBef>
              <a:spcAft>
                <a:spcPts val="0"/>
              </a:spcAft>
              <a:buSzPts val="1200"/>
              <a:buFont typeface="Arial" panose="020B0604020202020204" pitchFamily="34" charset="0"/>
              <a:buChar char="•"/>
            </a:pPr>
            <a:endParaRPr lang="en-US" sz="1600" dirty="0"/>
          </a:p>
        </p:txBody>
      </p:sp>
      <p:sp>
        <p:nvSpPr>
          <p:cNvPr id="6" name="Google Shape;331;p36">
            <a:extLst>
              <a:ext uri="{FF2B5EF4-FFF2-40B4-BE49-F238E27FC236}">
                <a16:creationId xmlns:a16="http://schemas.microsoft.com/office/drawing/2014/main" id="{7F3DC611-DEC2-152C-C0C8-0EAC33F35C51}"/>
              </a:ext>
            </a:extLst>
          </p:cNvPr>
          <p:cNvSpPr txBox="1">
            <a:spLocks/>
          </p:cNvSpPr>
          <p:nvPr/>
        </p:nvSpPr>
        <p:spPr>
          <a:xfrm>
            <a:off x="283120" y="257426"/>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300" dirty="0">
                <a:solidFill>
                  <a:schemeClr val="lt1"/>
                </a:solidFill>
                <a:latin typeface="Figtree Black"/>
                <a:sym typeface="Figtree Black"/>
              </a:rPr>
              <a:t>02</a:t>
            </a:r>
            <a:endParaRPr lang="en" dirty="0"/>
          </a:p>
        </p:txBody>
      </p:sp>
      <p:sp>
        <p:nvSpPr>
          <p:cNvPr id="2" name="Google Shape;330;p36">
            <a:extLst>
              <a:ext uri="{FF2B5EF4-FFF2-40B4-BE49-F238E27FC236}">
                <a16:creationId xmlns:a16="http://schemas.microsoft.com/office/drawing/2014/main" id="{5CB62333-CA21-467C-199A-8FD628ED8659}"/>
              </a:ext>
            </a:extLst>
          </p:cNvPr>
          <p:cNvSpPr txBox="1">
            <a:spLocks/>
          </p:cNvSpPr>
          <p:nvPr/>
        </p:nvSpPr>
        <p:spPr>
          <a:xfrm>
            <a:off x="283120" y="4664223"/>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2 - </a:t>
            </a:r>
            <a:fld id="{1612EBDF-BBCF-4455-9CA4-C9C775D5C22A}" type="datetime1">
              <a:rPr lang="en-US" sz="1000" smtClean="0"/>
              <a:t>12/4/2025</a:t>
            </a:fld>
            <a:endParaRPr lang="en-US" sz="1000" dirty="0"/>
          </a:p>
        </p:txBody>
      </p:sp>
    </p:spTree>
    <p:extLst>
      <p:ext uri="{BB962C8B-B14F-4D97-AF65-F5344CB8AC3E}">
        <p14:creationId xmlns:p14="http://schemas.microsoft.com/office/powerpoint/2010/main" val="32312670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335"/>
        <p:cNvGrpSpPr/>
        <p:nvPr/>
      </p:nvGrpSpPr>
      <p:grpSpPr>
        <a:xfrm>
          <a:off x="0" y="0"/>
          <a:ext cx="0" cy="0"/>
          <a:chOff x="0" y="0"/>
          <a:chExt cx="0" cy="0"/>
        </a:xfrm>
      </p:grpSpPr>
      <p:sp>
        <p:nvSpPr>
          <p:cNvPr id="336" name="Google Shape;336;p37"/>
          <p:cNvSpPr txBox="1">
            <a:spLocks noGrp="1"/>
          </p:cNvSpPr>
          <p:nvPr>
            <p:ph type="title"/>
          </p:nvPr>
        </p:nvSpPr>
        <p:spPr>
          <a:xfrm>
            <a:off x="1053898" y="296307"/>
            <a:ext cx="7710900" cy="6226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Objectives</a:t>
            </a:r>
            <a:endParaRPr dirty="0"/>
          </a:p>
        </p:txBody>
      </p:sp>
      <p:sp>
        <p:nvSpPr>
          <p:cNvPr id="337" name="Google Shape;337;p37"/>
          <p:cNvSpPr txBox="1">
            <a:spLocks noGrp="1"/>
          </p:cNvSpPr>
          <p:nvPr>
            <p:ph type="subTitle" idx="1"/>
          </p:nvPr>
        </p:nvSpPr>
        <p:spPr>
          <a:xfrm>
            <a:off x="1151930" y="1545668"/>
            <a:ext cx="6613200" cy="530400"/>
          </a:xfrm>
          <a:prstGeom prst="rect">
            <a:avLst/>
          </a:prstGeom>
        </p:spPr>
        <p:txBody>
          <a:bodyPr spcFirstLastPara="1" wrap="square" lIns="91425" tIns="91425" rIns="91425" bIns="91425" anchor="t" anchorCtr="0">
            <a:noAutofit/>
          </a:bodyPr>
          <a:lstStyle/>
          <a:p>
            <a:pPr marL="0" indent="0"/>
            <a:r>
              <a:rPr lang="en-US" dirty="0"/>
              <a:t>Collect and prepare historical load, weather, and calendar data for the </a:t>
            </a:r>
            <a:r>
              <a:rPr lang="en-US" dirty="0" err="1"/>
              <a:t>Baneshwor</a:t>
            </a:r>
            <a:r>
              <a:rPr lang="en-US" dirty="0"/>
              <a:t> Feeder. This ensures a complete and consistent dataset for developing accurate forecasting models.</a:t>
            </a:r>
          </a:p>
          <a:p>
            <a:pPr marL="0" lvl="0" indent="0" algn="l" rtl="0">
              <a:spcBef>
                <a:spcPts val="0"/>
              </a:spcBef>
              <a:spcAft>
                <a:spcPts val="0"/>
              </a:spcAft>
              <a:buNone/>
            </a:pPr>
            <a:endParaRPr dirty="0"/>
          </a:p>
        </p:txBody>
      </p:sp>
      <p:sp>
        <p:nvSpPr>
          <p:cNvPr id="338" name="Google Shape;338;p37"/>
          <p:cNvSpPr txBox="1">
            <a:spLocks noGrp="1"/>
          </p:cNvSpPr>
          <p:nvPr>
            <p:ph type="subTitle" idx="2"/>
          </p:nvPr>
        </p:nvSpPr>
        <p:spPr>
          <a:xfrm>
            <a:off x="1151930" y="2705458"/>
            <a:ext cx="6613200" cy="527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Design and implement a set of machine learning and deep learning models, including SVR, Random Forest, </a:t>
            </a:r>
            <a:r>
              <a:rPr lang="en-US" dirty="0" err="1"/>
              <a:t>XGBoost</a:t>
            </a:r>
            <a:r>
              <a:rPr lang="en-US" dirty="0"/>
              <a:t>, LSTM, and GRU.</a:t>
            </a:r>
            <a:endParaRPr dirty="0"/>
          </a:p>
        </p:txBody>
      </p:sp>
      <p:sp>
        <p:nvSpPr>
          <p:cNvPr id="339" name="Google Shape;339;p37"/>
          <p:cNvSpPr txBox="1">
            <a:spLocks noGrp="1"/>
          </p:cNvSpPr>
          <p:nvPr>
            <p:ph type="subTitle" idx="3"/>
          </p:nvPr>
        </p:nvSpPr>
        <p:spPr>
          <a:xfrm>
            <a:off x="1151930" y="3862548"/>
            <a:ext cx="6613200" cy="527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Compare all models using standard performance metrics to determine which method delivers the most accurate and reliable short-term load forecasts</a:t>
            </a:r>
            <a:endParaRPr dirty="0"/>
          </a:p>
        </p:txBody>
      </p:sp>
      <p:sp>
        <p:nvSpPr>
          <p:cNvPr id="340" name="Google Shape;340;p37"/>
          <p:cNvSpPr txBox="1">
            <a:spLocks noGrp="1"/>
          </p:cNvSpPr>
          <p:nvPr>
            <p:ph type="subTitle" idx="4"/>
          </p:nvPr>
        </p:nvSpPr>
        <p:spPr>
          <a:xfrm>
            <a:off x="1151930" y="1146373"/>
            <a:ext cx="6613200" cy="5304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dirty="0"/>
              <a:t>Build a Reliable Data Foundation</a:t>
            </a:r>
            <a:endParaRPr dirty="0"/>
          </a:p>
        </p:txBody>
      </p:sp>
      <p:sp>
        <p:nvSpPr>
          <p:cNvPr id="341" name="Google Shape;341;p37"/>
          <p:cNvSpPr txBox="1">
            <a:spLocks noGrp="1"/>
          </p:cNvSpPr>
          <p:nvPr>
            <p:ph type="subTitle" idx="5"/>
          </p:nvPr>
        </p:nvSpPr>
        <p:spPr>
          <a:xfrm>
            <a:off x="1151930" y="2300498"/>
            <a:ext cx="6613200" cy="527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dirty="0"/>
              <a:t>Develop and Train Forecasting Models</a:t>
            </a:r>
            <a:endParaRPr dirty="0"/>
          </a:p>
        </p:txBody>
      </p:sp>
      <p:sp>
        <p:nvSpPr>
          <p:cNvPr id="342" name="Google Shape;342;p37"/>
          <p:cNvSpPr txBox="1">
            <a:spLocks noGrp="1"/>
          </p:cNvSpPr>
          <p:nvPr>
            <p:ph type="subTitle" idx="6"/>
          </p:nvPr>
        </p:nvSpPr>
        <p:spPr>
          <a:xfrm>
            <a:off x="1151930" y="3451924"/>
            <a:ext cx="6613200" cy="527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dirty="0"/>
              <a:t>Evaluate and Identify the Best Forecasting Approach</a:t>
            </a:r>
            <a:endParaRPr dirty="0"/>
          </a:p>
        </p:txBody>
      </p:sp>
      <p:sp>
        <p:nvSpPr>
          <p:cNvPr id="2" name="Google Shape;331;p36">
            <a:extLst>
              <a:ext uri="{FF2B5EF4-FFF2-40B4-BE49-F238E27FC236}">
                <a16:creationId xmlns:a16="http://schemas.microsoft.com/office/drawing/2014/main" id="{4ADBD699-4F2A-0DF1-3355-47A9E12D9797}"/>
              </a:ext>
            </a:extLst>
          </p:cNvPr>
          <p:cNvSpPr txBox="1">
            <a:spLocks/>
          </p:cNvSpPr>
          <p:nvPr/>
        </p:nvSpPr>
        <p:spPr>
          <a:xfrm>
            <a:off x="231235" y="231495"/>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300" dirty="0">
                <a:solidFill>
                  <a:schemeClr val="lt1"/>
                </a:solidFill>
                <a:latin typeface="Figtree Black"/>
                <a:sym typeface="Figtree Black"/>
              </a:rPr>
              <a:t>03</a:t>
            </a:r>
            <a:endParaRPr lang="en" dirty="0"/>
          </a:p>
        </p:txBody>
      </p:sp>
      <p:sp>
        <p:nvSpPr>
          <p:cNvPr id="3" name="Google Shape;330;p36">
            <a:extLst>
              <a:ext uri="{FF2B5EF4-FFF2-40B4-BE49-F238E27FC236}">
                <a16:creationId xmlns:a16="http://schemas.microsoft.com/office/drawing/2014/main" id="{95D11FBD-16EF-9E0E-89BB-48A085204F1B}"/>
              </a:ext>
            </a:extLst>
          </p:cNvPr>
          <p:cNvSpPr txBox="1">
            <a:spLocks/>
          </p:cNvSpPr>
          <p:nvPr/>
        </p:nvSpPr>
        <p:spPr>
          <a:xfrm>
            <a:off x="288820" y="4617639"/>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3 - </a:t>
            </a:r>
            <a:fld id="{1612EBDF-BBCF-4455-9CA4-C9C775D5C22A}" type="datetime1">
              <a:rPr lang="en-US" sz="1000" smtClean="0"/>
              <a:t>12/4/2025</a:t>
            </a:fld>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73"/>
        <p:cNvGrpSpPr/>
        <p:nvPr/>
      </p:nvGrpSpPr>
      <p:grpSpPr>
        <a:xfrm>
          <a:off x="0" y="0"/>
          <a:ext cx="0" cy="0"/>
          <a:chOff x="0" y="0"/>
          <a:chExt cx="0" cy="0"/>
        </a:xfrm>
      </p:grpSpPr>
      <p:cxnSp>
        <p:nvCxnSpPr>
          <p:cNvPr id="6" name="Google Shape;419;p44">
            <a:extLst>
              <a:ext uri="{FF2B5EF4-FFF2-40B4-BE49-F238E27FC236}">
                <a16:creationId xmlns:a16="http://schemas.microsoft.com/office/drawing/2014/main" id="{6EBF4F4A-A0CE-D7D4-9A56-9F7860D6D954}"/>
              </a:ext>
            </a:extLst>
          </p:cNvPr>
          <p:cNvCxnSpPr>
            <a:stCxn id="10" idx="3"/>
            <a:endCxn id="12" idx="1"/>
          </p:cNvCxnSpPr>
          <p:nvPr/>
        </p:nvCxnSpPr>
        <p:spPr>
          <a:xfrm>
            <a:off x="1475872" y="2376105"/>
            <a:ext cx="2186733" cy="0"/>
          </a:xfrm>
          <a:prstGeom prst="straightConnector1">
            <a:avLst/>
          </a:prstGeom>
          <a:noFill/>
          <a:ln w="19050" cap="flat" cmpd="sng">
            <a:solidFill>
              <a:schemeClr val="dk1"/>
            </a:solidFill>
            <a:prstDash val="solid"/>
            <a:round/>
            <a:headEnd type="none" w="med" len="med"/>
            <a:tailEnd type="none" w="med" len="med"/>
          </a:ln>
        </p:spPr>
      </p:cxnSp>
      <p:sp>
        <p:nvSpPr>
          <p:cNvPr id="7" name="Google Shape;425;p44">
            <a:extLst>
              <a:ext uri="{FF2B5EF4-FFF2-40B4-BE49-F238E27FC236}">
                <a16:creationId xmlns:a16="http://schemas.microsoft.com/office/drawing/2014/main" id="{1F2E113E-20EC-7770-8761-C17365202E95}"/>
              </a:ext>
            </a:extLst>
          </p:cNvPr>
          <p:cNvSpPr txBox="1"/>
          <p:nvPr/>
        </p:nvSpPr>
        <p:spPr>
          <a:xfrm>
            <a:off x="516772" y="2711255"/>
            <a:ext cx="1552500" cy="548900"/>
          </a:xfrm>
          <a:prstGeom prst="rect">
            <a:avLst/>
          </a:prstGeom>
          <a:noFill/>
          <a:ln>
            <a:noFill/>
          </a:ln>
        </p:spPr>
        <p:txBody>
          <a:bodyPr spcFirstLastPara="1" wrap="square" lIns="91425" tIns="91425" rIns="91425" bIns="91425" anchor="b" anchorCtr="0">
            <a:noAutofit/>
          </a:bodyPr>
          <a:lstStyle/>
          <a:p>
            <a:pPr marL="0" lvl="0" indent="0" algn="ctr" rtl="0">
              <a:lnSpc>
                <a:spcPct val="115000"/>
              </a:lnSpc>
              <a:spcBef>
                <a:spcPts val="0"/>
              </a:spcBef>
              <a:spcAft>
                <a:spcPts val="0"/>
              </a:spcAft>
              <a:buClr>
                <a:srgbClr val="000000"/>
              </a:buClr>
              <a:buSzPts val="1100"/>
              <a:buFont typeface="Arial"/>
              <a:buNone/>
            </a:pPr>
            <a:r>
              <a:rPr lang="en-US" sz="1400" b="1" dirty="0">
                <a:solidFill>
                  <a:schemeClr val="dk1"/>
                </a:solidFill>
                <a:latin typeface="Hanken Grotesk" panose="020B0604020202020204" charset="0"/>
                <a:ea typeface="Figtree Black"/>
                <a:cs typeface="Figtree Black"/>
                <a:sym typeface="Figtree Black"/>
              </a:rPr>
              <a:t>Data </a:t>
            </a:r>
          </a:p>
          <a:p>
            <a:pPr marL="0" lvl="0" indent="0" algn="ctr" rtl="0">
              <a:lnSpc>
                <a:spcPct val="115000"/>
              </a:lnSpc>
              <a:spcBef>
                <a:spcPts val="0"/>
              </a:spcBef>
              <a:spcAft>
                <a:spcPts val="0"/>
              </a:spcAft>
              <a:buClr>
                <a:srgbClr val="000000"/>
              </a:buClr>
              <a:buSzPts val="1100"/>
              <a:buFont typeface="Arial"/>
              <a:buNone/>
            </a:pPr>
            <a:r>
              <a:rPr lang="en-US" sz="1400" b="1" dirty="0">
                <a:solidFill>
                  <a:schemeClr val="dk1"/>
                </a:solidFill>
                <a:latin typeface="Hanken Grotesk" panose="020B0604020202020204" charset="0"/>
                <a:ea typeface="Figtree Black"/>
                <a:cs typeface="Figtree Black"/>
                <a:sym typeface="Figtree Black"/>
              </a:rPr>
              <a:t>Acquisition</a:t>
            </a:r>
            <a:endParaRPr sz="1400" b="1" dirty="0">
              <a:solidFill>
                <a:schemeClr val="dk1"/>
              </a:solidFill>
              <a:latin typeface="Hanken Grotesk" panose="020B0604020202020204" charset="0"/>
              <a:ea typeface="Figtree Black"/>
              <a:cs typeface="Figtree Black"/>
              <a:sym typeface="Figtree Black"/>
            </a:endParaRPr>
          </a:p>
        </p:txBody>
      </p:sp>
      <p:sp>
        <p:nvSpPr>
          <p:cNvPr id="8" name="Google Shape;427;p44">
            <a:extLst>
              <a:ext uri="{FF2B5EF4-FFF2-40B4-BE49-F238E27FC236}">
                <a16:creationId xmlns:a16="http://schemas.microsoft.com/office/drawing/2014/main" id="{3914EB66-E36E-F875-87FA-18EF7796B3DB}"/>
              </a:ext>
            </a:extLst>
          </p:cNvPr>
          <p:cNvSpPr txBox="1"/>
          <p:nvPr/>
        </p:nvSpPr>
        <p:spPr>
          <a:xfrm>
            <a:off x="1721550" y="2711254"/>
            <a:ext cx="1552500" cy="548889"/>
          </a:xfrm>
          <a:prstGeom prst="rect">
            <a:avLst/>
          </a:prstGeom>
          <a:noFill/>
          <a:ln>
            <a:noFill/>
          </a:ln>
        </p:spPr>
        <p:txBody>
          <a:bodyPr spcFirstLastPara="1" wrap="square" lIns="91425" tIns="91425" rIns="91425" bIns="91425" anchor="b" anchorCtr="0">
            <a:noAutofit/>
          </a:bodyPr>
          <a:lstStyle/>
          <a:p>
            <a:pPr algn="ctr">
              <a:lnSpc>
                <a:spcPct val="115000"/>
              </a:lnSpc>
              <a:buSzPts val="1100"/>
            </a:pPr>
            <a:r>
              <a:rPr lang="en-US" sz="1400" b="1" dirty="0">
                <a:solidFill>
                  <a:schemeClr val="dk1"/>
                </a:solidFill>
                <a:latin typeface="Hanken Grotesk" panose="020B0604020202020204" charset="0"/>
              </a:rPr>
              <a:t>Data </a:t>
            </a:r>
          </a:p>
          <a:p>
            <a:pPr algn="ctr">
              <a:lnSpc>
                <a:spcPct val="115000"/>
              </a:lnSpc>
              <a:buSzPts val="1100"/>
            </a:pPr>
            <a:r>
              <a:rPr lang="en-US" sz="1400" b="1" dirty="0">
                <a:solidFill>
                  <a:schemeClr val="dk1"/>
                </a:solidFill>
                <a:latin typeface="Hanken Grotesk" panose="020B0604020202020204" charset="0"/>
              </a:rPr>
              <a:t>Preprocessing</a:t>
            </a:r>
            <a:endParaRPr sz="1400" b="1" dirty="0">
              <a:solidFill>
                <a:schemeClr val="dk1"/>
              </a:solidFill>
              <a:latin typeface="Hanken Grotesk" panose="020B0604020202020204" charset="0"/>
              <a:sym typeface="Figtree Black"/>
            </a:endParaRPr>
          </a:p>
        </p:txBody>
      </p:sp>
      <p:sp>
        <p:nvSpPr>
          <p:cNvPr id="9" name="Google Shape;429;p44">
            <a:extLst>
              <a:ext uri="{FF2B5EF4-FFF2-40B4-BE49-F238E27FC236}">
                <a16:creationId xmlns:a16="http://schemas.microsoft.com/office/drawing/2014/main" id="{3D267E96-EB29-754A-7957-DD160353CC2C}"/>
              </a:ext>
            </a:extLst>
          </p:cNvPr>
          <p:cNvSpPr txBox="1"/>
          <p:nvPr/>
        </p:nvSpPr>
        <p:spPr>
          <a:xfrm>
            <a:off x="3069205" y="2711254"/>
            <a:ext cx="1552500" cy="548881"/>
          </a:xfrm>
          <a:prstGeom prst="rect">
            <a:avLst/>
          </a:prstGeom>
          <a:noFill/>
          <a:ln>
            <a:noFill/>
          </a:ln>
        </p:spPr>
        <p:txBody>
          <a:bodyPr spcFirstLastPara="1" wrap="square" lIns="91425" tIns="91425" rIns="91425" bIns="91425" anchor="b" anchorCtr="0">
            <a:noAutofit/>
          </a:bodyPr>
          <a:lstStyle/>
          <a:p>
            <a:pPr marL="0" lvl="0" indent="0" algn="ctr">
              <a:lnSpc>
                <a:spcPct val="115000"/>
              </a:lnSpc>
              <a:buSzPts val="1100"/>
              <a:buFont typeface="Arial"/>
              <a:buNone/>
            </a:pPr>
            <a:r>
              <a:rPr lang="en-US" sz="1400" b="1" dirty="0">
                <a:solidFill>
                  <a:schemeClr val="dk1"/>
                </a:solidFill>
                <a:latin typeface="Hanken Grotesk" panose="020B0604020202020204" charset="0"/>
              </a:rPr>
              <a:t>Exploratory </a:t>
            </a:r>
          </a:p>
          <a:p>
            <a:pPr marL="0" lvl="0" indent="0" algn="ctr">
              <a:lnSpc>
                <a:spcPct val="115000"/>
              </a:lnSpc>
              <a:buSzPts val="1100"/>
              <a:buFont typeface="Arial"/>
              <a:buNone/>
            </a:pPr>
            <a:r>
              <a:rPr lang="en-US" sz="1400" b="1" dirty="0">
                <a:solidFill>
                  <a:schemeClr val="dk1"/>
                </a:solidFill>
                <a:latin typeface="Hanken Grotesk" panose="020B0604020202020204" charset="0"/>
              </a:rPr>
              <a:t>Data Analysis</a:t>
            </a:r>
            <a:endParaRPr sz="1400" b="1" dirty="0">
              <a:solidFill>
                <a:schemeClr val="dk1"/>
              </a:solidFill>
              <a:latin typeface="Hanken Grotesk" panose="020B0604020202020204" charset="0"/>
              <a:sym typeface="Figtree Black"/>
            </a:endParaRPr>
          </a:p>
        </p:txBody>
      </p:sp>
      <p:sp>
        <p:nvSpPr>
          <p:cNvPr id="10" name="Google Shape;420;p44">
            <a:extLst>
              <a:ext uri="{FF2B5EF4-FFF2-40B4-BE49-F238E27FC236}">
                <a16:creationId xmlns:a16="http://schemas.microsoft.com/office/drawing/2014/main" id="{0504A6D0-5BA3-2B02-85C5-2B33097F34DC}"/>
              </a:ext>
            </a:extLst>
          </p:cNvPr>
          <p:cNvSpPr txBox="1"/>
          <p:nvPr/>
        </p:nvSpPr>
        <p:spPr>
          <a:xfrm>
            <a:off x="1110172" y="2193255"/>
            <a:ext cx="365700" cy="3657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sz="1100">
                <a:solidFill>
                  <a:schemeClr val="lt1"/>
                </a:solidFill>
                <a:latin typeface="Figtree Black"/>
                <a:ea typeface="Figtree Black"/>
                <a:cs typeface="Figtree Black"/>
                <a:sym typeface="Figtree Black"/>
              </a:rPr>
              <a:t>01</a:t>
            </a:r>
            <a:endParaRPr sz="1100">
              <a:solidFill>
                <a:schemeClr val="lt1"/>
              </a:solidFill>
              <a:latin typeface="Figtree Black"/>
              <a:ea typeface="Figtree Black"/>
              <a:cs typeface="Figtree Black"/>
              <a:sym typeface="Figtree Black"/>
            </a:endParaRPr>
          </a:p>
        </p:txBody>
      </p:sp>
      <p:sp>
        <p:nvSpPr>
          <p:cNvPr id="11" name="Google Shape;432;p44">
            <a:extLst>
              <a:ext uri="{FF2B5EF4-FFF2-40B4-BE49-F238E27FC236}">
                <a16:creationId xmlns:a16="http://schemas.microsoft.com/office/drawing/2014/main" id="{2A08A29B-8EC5-FE02-E9A2-669D0C7FBDD0}"/>
              </a:ext>
            </a:extLst>
          </p:cNvPr>
          <p:cNvSpPr txBox="1"/>
          <p:nvPr/>
        </p:nvSpPr>
        <p:spPr>
          <a:xfrm>
            <a:off x="2304790" y="2193255"/>
            <a:ext cx="365700" cy="3657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sz="1100" dirty="0">
                <a:solidFill>
                  <a:schemeClr val="lt1"/>
                </a:solidFill>
                <a:latin typeface="Figtree Black"/>
                <a:ea typeface="Figtree Black"/>
                <a:cs typeface="Figtree Black"/>
                <a:sym typeface="Figtree Black"/>
              </a:rPr>
              <a:t>02</a:t>
            </a:r>
            <a:endParaRPr sz="1100" dirty="0">
              <a:solidFill>
                <a:schemeClr val="lt1"/>
              </a:solidFill>
              <a:latin typeface="Figtree Black"/>
              <a:ea typeface="Figtree Black"/>
              <a:cs typeface="Figtree Black"/>
              <a:sym typeface="Figtree Black"/>
            </a:endParaRPr>
          </a:p>
        </p:txBody>
      </p:sp>
      <p:sp>
        <p:nvSpPr>
          <p:cNvPr id="12" name="Google Shape;421;p44">
            <a:extLst>
              <a:ext uri="{FF2B5EF4-FFF2-40B4-BE49-F238E27FC236}">
                <a16:creationId xmlns:a16="http://schemas.microsoft.com/office/drawing/2014/main" id="{F9116E70-AFBA-7634-7C7B-11E03EA3C460}"/>
              </a:ext>
            </a:extLst>
          </p:cNvPr>
          <p:cNvSpPr txBox="1"/>
          <p:nvPr/>
        </p:nvSpPr>
        <p:spPr>
          <a:xfrm>
            <a:off x="3662605" y="2193255"/>
            <a:ext cx="365700" cy="3657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sz="1100">
                <a:solidFill>
                  <a:schemeClr val="lt1"/>
                </a:solidFill>
                <a:latin typeface="Figtree Black"/>
                <a:ea typeface="Figtree Black"/>
                <a:cs typeface="Figtree Black"/>
                <a:sym typeface="Figtree Black"/>
              </a:rPr>
              <a:t>03</a:t>
            </a:r>
            <a:endParaRPr sz="1100">
              <a:solidFill>
                <a:schemeClr val="lt1"/>
              </a:solidFill>
              <a:latin typeface="Figtree Black"/>
              <a:ea typeface="Figtree Black"/>
              <a:cs typeface="Figtree Black"/>
              <a:sym typeface="Figtree Black"/>
            </a:endParaRPr>
          </a:p>
        </p:txBody>
      </p:sp>
      <p:sp>
        <p:nvSpPr>
          <p:cNvPr id="35" name="Google Shape;429;p44">
            <a:extLst>
              <a:ext uri="{FF2B5EF4-FFF2-40B4-BE49-F238E27FC236}">
                <a16:creationId xmlns:a16="http://schemas.microsoft.com/office/drawing/2014/main" id="{B273BB56-8760-FF68-9842-61027E60E08D}"/>
              </a:ext>
            </a:extLst>
          </p:cNvPr>
          <p:cNvSpPr txBox="1"/>
          <p:nvPr/>
        </p:nvSpPr>
        <p:spPr>
          <a:xfrm>
            <a:off x="4376220" y="2711254"/>
            <a:ext cx="1552500" cy="548881"/>
          </a:xfrm>
          <a:prstGeom prst="rect">
            <a:avLst/>
          </a:prstGeom>
          <a:noFill/>
          <a:ln>
            <a:noFill/>
          </a:ln>
        </p:spPr>
        <p:txBody>
          <a:bodyPr spcFirstLastPara="1" wrap="square" lIns="91425" tIns="91425" rIns="91425" bIns="91425" anchor="b" anchorCtr="0">
            <a:noAutofit/>
          </a:bodyPr>
          <a:lstStyle/>
          <a:p>
            <a:pPr marL="0" lvl="0" indent="0" algn="ctr">
              <a:lnSpc>
                <a:spcPct val="115000"/>
              </a:lnSpc>
              <a:buSzPts val="1100"/>
              <a:buFont typeface="Arial"/>
              <a:buNone/>
            </a:pPr>
            <a:r>
              <a:rPr lang="en-US" sz="1400" b="1" dirty="0">
                <a:solidFill>
                  <a:schemeClr val="dk1"/>
                </a:solidFill>
                <a:latin typeface="Hanken Grotesk" panose="020B0604020202020204" charset="0"/>
              </a:rPr>
              <a:t>Model Development</a:t>
            </a:r>
            <a:endParaRPr sz="1400" b="1" dirty="0">
              <a:solidFill>
                <a:schemeClr val="dk1"/>
              </a:solidFill>
              <a:latin typeface="Hanken Grotesk" panose="020B0604020202020204" charset="0"/>
              <a:sym typeface="Figtree Black"/>
            </a:endParaRPr>
          </a:p>
        </p:txBody>
      </p:sp>
      <p:cxnSp>
        <p:nvCxnSpPr>
          <p:cNvPr id="37" name="Google Shape;419;p44">
            <a:extLst>
              <a:ext uri="{FF2B5EF4-FFF2-40B4-BE49-F238E27FC236}">
                <a16:creationId xmlns:a16="http://schemas.microsoft.com/office/drawing/2014/main" id="{6CB723F3-9626-F32B-6324-DFF0679E78F3}"/>
              </a:ext>
            </a:extLst>
          </p:cNvPr>
          <p:cNvCxnSpPr>
            <a:cxnSpLocks/>
            <a:stCxn id="12" idx="3"/>
          </p:cNvCxnSpPr>
          <p:nvPr/>
        </p:nvCxnSpPr>
        <p:spPr>
          <a:xfrm>
            <a:off x="4028305" y="2376105"/>
            <a:ext cx="2532173" cy="0"/>
          </a:xfrm>
          <a:prstGeom prst="straightConnector1">
            <a:avLst/>
          </a:prstGeom>
          <a:noFill/>
          <a:ln w="19050" cap="flat" cmpd="sng">
            <a:solidFill>
              <a:schemeClr val="dk1"/>
            </a:solidFill>
            <a:prstDash val="solid"/>
            <a:round/>
            <a:headEnd type="none" w="med" len="med"/>
            <a:tailEnd type="none" w="med" len="med"/>
          </a:ln>
        </p:spPr>
      </p:cxnSp>
      <p:sp>
        <p:nvSpPr>
          <p:cNvPr id="36" name="Google Shape;421;p44">
            <a:extLst>
              <a:ext uri="{FF2B5EF4-FFF2-40B4-BE49-F238E27FC236}">
                <a16:creationId xmlns:a16="http://schemas.microsoft.com/office/drawing/2014/main" id="{9B3D96BA-DCFA-BD25-1709-558770F031FA}"/>
              </a:ext>
            </a:extLst>
          </p:cNvPr>
          <p:cNvSpPr txBox="1"/>
          <p:nvPr/>
        </p:nvSpPr>
        <p:spPr>
          <a:xfrm>
            <a:off x="4959460" y="2193255"/>
            <a:ext cx="365700" cy="3657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sz="1100" dirty="0">
                <a:solidFill>
                  <a:schemeClr val="lt1"/>
                </a:solidFill>
                <a:latin typeface="Figtree Black"/>
                <a:ea typeface="Figtree Black"/>
                <a:cs typeface="Figtree Black"/>
                <a:sym typeface="Figtree Black"/>
              </a:rPr>
              <a:t>04</a:t>
            </a:r>
            <a:endParaRPr sz="1100" dirty="0">
              <a:solidFill>
                <a:schemeClr val="lt1"/>
              </a:solidFill>
              <a:latin typeface="Figtree Black"/>
              <a:ea typeface="Figtree Black"/>
              <a:cs typeface="Figtree Black"/>
              <a:sym typeface="Figtree Black"/>
            </a:endParaRPr>
          </a:p>
        </p:txBody>
      </p:sp>
      <p:sp>
        <p:nvSpPr>
          <p:cNvPr id="38" name="Google Shape;429;p44">
            <a:extLst>
              <a:ext uri="{FF2B5EF4-FFF2-40B4-BE49-F238E27FC236}">
                <a16:creationId xmlns:a16="http://schemas.microsoft.com/office/drawing/2014/main" id="{7561976F-C82A-4BAF-AEE6-AD7F22CA98CF}"/>
              </a:ext>
            </a:extLst>
          </p:cNvPr>
          <p:cNvSpPr txBox="1"/>
          <p:nvPr/>
        </p:nvSpPr>
        <p:spPr>
          <a:xfrm>
            <a:off x="5734035" y="2711254"/>
            <a:ext cx="1552500" cy="548881"/>
          </a:xfrm>
          <a:prstGeom prst="rect">
            <a:avLst/>
          </a:prstGeom>
          <a:noFill/>
          <a:ln>
            <a:noFill/>
          </a:ln>
        </p:spPr>
        <p:txBody>
          <a:bodyPr spcFirstLastPara="1" wrap="square" lIns="91425" tIns="91425" rIns="91425" bIns="91425" anchor="b" anchorCtr="0">
            <a:noAutofit/>
          </a:bodyPr>
          <a:lstStyle/>
          <a:p>
            <a:pPr marL="0" lvl="0" indent="0" algn="ctr">
              <a:lnSpc>
                <a:spcPct val="115000"/>
              </a:lnSpc>
              <a:buSzPts val="1100"/>
              <a:buFont typeface="Arial"/>
              <a:buNone/>
            </a:pPr>
            <a:r>
              <a:rPr lang="en-US" sz="1400" b="1" dirty="0">
                <a:solidFill>
                  <a:schemeClr val="dk1"/>
                </a:solidFill>
                <a:latin typeface="Hanken Grotesk" panose="020B0604020202020204" charset="0"/>
              </a:rPr>
              <a:t>Model Training </a:t>
            </a:r>
          </a:p>
          <a:p>
            <a:pPr marL="0" lvl="0" indent="0" algn="ctr">
              <a:lnSpc>
                <a:spcPct val="115000"/>
              </a:lnSpc>
              <a:buSzPts val="1100"/>
              <a:buFont typeface="Arial"/>
              <a:buNone/>
            </a:pPr>
            <a:r>
              <a:rPr lang="en-US" sz="1400" b="1" dirty="0">
                <a:solidFill>
                  <a:schemeClr val="dk1"/>
                </a:solidFill>
                <a:latin typeface="Hanken Grotesk" panose="020B0604020202020204" charset="0"/>
              </a:rPr>
              <a:t>&amp; Validation</a:t>
            </a:r>
            <a:endParaRPr sz="1400" b="1" dirty="0">
              <a:solidFill>
                <a:schemeClr val="dk1"/>
              </a:solidFill>
              <a:latin typeface="Hanken Grotesk" panose="020B0604020202020204" charset="0"/>
              <a:sym typeface="Figtree Black"/>
            </a:endParaRPr>
          </a:p>
        </p:txBody>
      </p:sp>
      <p:sp>
        <p:nvSpPr>
          <p:cNvPr id="39" name="Google Shape;421;p44">
            <a:extLst>
              <a:ext uri="{FF2B5EF4-FFF2-40B4-BE49-F238E27FC236}">
                <a16:creationId xmlns:a16="http://schemas.microsoft.com/office/drawing/2014/main" id="{742179E9-A222-6825-E144-3F6A9D155855}"/>
              </a:ext>
            </a:extLst>
          </p:cNvPr>
          <p:cNvSpPr txBox="1"/>
          <p:nvPr/>
        </p:nvSpPr>
        <p:spPr>
          <a:xfrm>
            <a:off x="6327435" y="2193255"/>
            <a:ext cx="365700" cy="3657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sz="1100" dirty="0">
                <a:solidFill>
                  <a:schemeClr val="lt1"/>
                </a:solidFill>
                <a:latin typeface="Figtree Black"/>
                <a:ea typeface="Figtree Black"/>
                <a:cs typeface="Figtree Black"/>
                <a:sym typeface="Figtree Black"/>
              </a:rPr>
              <a:t>06</a:t>
            </a:r>
            <a:endParaRPr sz="1100" dirty="0">
              <a:solidFill>
                <a:schemeClr val="lt1"/>
              </a:solidFill>
              <a:latin typeface="Figtree Black"/>
              <a:ea typeface="Figtree Black"/>
              <a:cs typeface="Figtree Black"/>
              <a:sym typeface="Figtree Black"/>
            </a:endParaRPr>
          </a:p>
        </p:txBody>
      </p:sp>
      <p:sp>
        <p:nvSpPr>
          <p:cNvPr id="40" name="Google Shape;429;p44">
            <a:extLst>
              <a:ext uri="{FF2B5EF4-FFF2-40B4-BE49-F238E27FC236}">
                <a16:creationId xmlns:a16="http://schemas.microsoft.com/office/drawing/2014/main" id="{8FE11BE6-598C-0E94-37C9-164988498A0F}"/>
              </a:ext>
            </a:extLst>
          </p:cNvPr>
          <p:cNvSpPr txBox="1"/>
          <p:nvPr/>
        </p:nvSpPr>
        <p:spPr>
          <a:xfrm>
            <a:off x="7144355" y="2711254"/>
            <a:ext cx="1552500" cy="548881"/>
          </a:xfrm>
          <a:prstGeom prst="rect">
            <a:avLst/>
          </a:prstGeom>
          <a:noFill/>
          <a:ln>
            <a:noFill/>
          </a:ln>
        </p:spPr>
        <p:txBody>
          <a:bodyPr spcFirstLastPara="1" wrap="square" lIns="91425" tIns="91425" rIns="91425" bIns="91425" anchor="b" anchorCtr="0">
            <a:noAutofit/>
          </a:bodyPr>
          <a:lstStyle/>
          <a:p>
            <a:pPr marL="0" lvl="0" indent="0" algn="ctr">
              <a:lnSpc>
                <a:spcPct val="115000"/>
              </a:lnSpc>
              <a:buSzPts val="1100"/>
              <a:buFont typeface="Arial"/>
              <a:buNone/>
            </a:pPr>
            <a:r>
              <a:rPr lang="en-US" sz="1400" b="1" dirty="0">
                <a:solidFill>
                  <a:schemeClr val="dk1"/>
                </a:solidFill>
                <a:latin typeface="Hanken Grotesk" panose="020B0604020202020204" charset="0"/>
              </a:rPr>
              <a:t>Performance Evaluation</a:t>
            </a:r>
            <a:endParaRPr sz="1400" b="1" dirty="0">
              <a:solidFill>
                <a:schemeClr val="dk1"/>
              </a:solidFill>
              <a:latin typeface="Hanken Grotesk" panose="020B0604020202020204" charset="0"/>
              <a:sym typeface="Figtree Black"/>
            </a:endParaRPr>
          </a:p>
        </p:txBody>
      </p:sp>
      <p:sp>
        <p:nvSpPr>
          <p:cNvPr id="41" name="Google Shape;421;p44">
            <a:extLst>
              <a:ext uri="{FF2B5EF4-FFF2-40B4-BE49-F238E27FC236}">
                <a16:creationId xmlns:a16="http://schemas.microsoft.com/office/drawing/2014/main" id="{F61E2AB5-FC61-20B4-8F23-EB0281D507B8}"/>
              </a:ext>
            </a:extLst>
          </p:cNvPr>
          <p:cNvSpPr txBox="1"/>
          <p:nvPr/>
        </p:nvSpPr>
        <p:spPr>
          <a:xfrm>
            <a:off x="7737755" y="2193255"/>
            <a:ext cx="365700" cy="3657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lnSpc>
                <a:spcPct val="115000"/>
              </a:lnSpc>
              <a:spcBef>
                <a:spcPts val="0"/>
              </a:spcBef>
              <a:spcAft>
                <a:spcPts val="0"/>
              </a:spcAft>
              <a:buNone/>
            </a:pPr>
            <a:r>
              <a:rPr lang="en" sz="1100" dirty="0">
                <a:solidFill>
                  <a:schemeClr val="lt1"/>
                </a:solidFill>
                <a:latin typeface="Figtree Black"/>
                <a:ea typeface="Figtree Black"/>
                <a:cs typeface="Figtree Black"/>
                <a:sym typeface="Figtree Black"/>
              </a:rPr>
              <a:t>07</a:t>
            </a:r>
            <a:endParaRPr sz="1100" dirty="0">
              <a:solidFill>
                <a:schemeClr val="lt1"/>
              </a:solidFill>
              <a:latin typeface="Figtree Black"/>
              <a:ea typeface="Figtree Black"/>
              <a:cs typeface="Figtree Black"/>
              <a:sym typeface="Figtree Black"/>
            </a:endParaRPr>
          </a:p>
        </p:txBody>
      </p:sp>
      <p:cxnSp>
        <p:nvCxnSpPr>
          <p:cNvPr id="42" name="Google Shape;419;p44">
            <a:extLst>
              <a:ext uri="{FF2B5EF4-FFF2-40B4-BE49-F238E27FC236}">
                <a16:creationId xmlns:a16="http://schemas.microsoft.com/office/drawing/2014/main" id="{2234FF40-B4FE-5055-78B1-7E3874886238}"/>
              </a:ext>
            </a:extLst>
          </p:cNvPr>
          <p:cNvCxnSpPr>
            <a:cxnSpLocks/>
            <a:stCxn id="39" idx="3"/>
            <a:endCxn id="41" idx="1"/>
          </p:cNvCxnSpPr>
          <p:nvPr/>
        </p:nvCxnSpPr>
        <p:spPr>
          <a:xfrm>
            <a:off x="6693135" y="2376105"/>
            <a:ext cx="1044620" cy="0"/>
          </a:xfrm>
          <a:prstGeom prst="straightConnector1">
            <a:avLst/>
          </a:prstGeom>
          <a:noFill/>
          <a:ln w="19050" cap="flat" cmpd="sng">
            <a:solidFill>
              <a:schemeClr val="dk1"/>
            </a:solidFill>
            <a:prstDash val="solid"/>
            <a:round/>
            <a:headEnd type="none" w="med" len="med"/>
            <a:tailEnd type="none" w="med" len="med"/>
          </a:ln>
        </p:spPr>
      </p:cxnSp>
      <p:sp>
        <p:nvSpPr>
          <p:cNvPr id="44" name="Google Shape;329;p36">
            <a:extLst>
              <a:ext uri="{FF2B5EF4-FFF2-40B4-BE49-F238E27FC236}">
                <a16:creationId xmlns:a16="http://schemas.microsoft.com/office/drawing/2014/main" id="{4CAF8434-0B2B-40F0-A129-0EEE6E499B12}"/>
              </a:ext>
            </a:extLst>
          </p:cNvPr>
          <p:cNvSpPr txBox="1">
            <a:spLocks noGrp="1"/>
          </p:cNvSpPr>
          <p:nvPr>
            <p:ph type="title"/>
          </p:nvPr>
        </p:nvSpPr>
        <p:spPr>
          <a:xfrm>
            <a:off x="1669958" y="679580"/>
            <a:ext cx="5067600" cy="55897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dirty="0"/>
              <a:t>Methodology</a:t>
            </a:r>
            <a:endParaRPr sz="2400" dirty="0"/>
          </a:p>
        </p:txBody>
      </p:sp>
      <p:sp>
        <p:nvSpPr>
          <p:cNvPr id="45" name="Google Shape;331;p36">
            <a:extLst>
              <a:ext uri="{FF2B5EF4-FFF2-40B4-BE49-F238E27FC236}">
                <a16:creationId xmlns:a16="http://schemas.microsoft.com/office/drawing/2014/main" id="{4BEB05AF-CD7A-3DB7-6A98-ECDF4DF5174B}"/>
              </a:ext>
            </a:extLst>
          </p:cNvPr>
          <p:cNvSpPr txBox="1">
            <a:spLocks/>
          </p:cNvSpPr>
          <p:nvPr/>
        </p:nvSpPr>
        <p:spPr>
          <a:xfrm>
            <a:off x="720000" y="533550"/>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300" dirty="0">
                <a:solidFill>
                  <a:schemeClr val="lt1"/>
                </a:solidFill>
                <a:latin typeface="Figtree Black"/>
                <a:sym typeface="Figtree Black"/>
              </a:rPr>
              <a:t>04</a:t>
            </a:r>
            <a:endParaRPr lang="en" dirty="0"/>
          </a:p>
        </p:txBody>
      </p:sp>
      <p:sp>
        <p:nvSpPr>
          <p:cNvPr id="2" name="Google Shape;330;p36">
            <a:extLst>
              <a:ext uri="{FF2B5EF4-FFF2-40B4-BE49-F238E27FC236}">
                <a16:creationId xmlns:a16="http://schemas.microsoft.com/office/drawing/2014/main" id="{8D77C2C5-1DBB-3954-780D-61103A4CFD50}"/>
              </a:ext>
            </a:extLst>
          </p:cNvPr>
          <p:cNvSpPr txBox="1">
            <a:spLocks/>
          </p:cNvSpPr>
          <p:nvPr/>
        </p:nvSpPr>
        <p:spPr>
          <a:xfrm>
            <a:off x="720000" y="4676722"/>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4 - </a:t>
            </a:r>
            <a:fld id="{1612EBDF-BBCF-4455-9CA4-C9C775D5C22A}" type="datetime1">
              <a:rPr lang="en-US" sz="1000" smtClean="0"/>
              <a:t>12/4/2025</a:t>
            </a:fld>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373"/>
        <p:cNvGrpSpPr/>
        <p:nvPr/>
      </p:nvGrpSpPr>
      <p:grpSpPr>
        <a:xfrm>
          <a:off x="0" y="0"/>
          <a:ext cx="0" cy="0"/>
          <a:chOff x="0" y="0"/>
          <a:chExt cx="0" cy="0"/>
        </a:xfrm>
      </p:grpSpPr>
      <p:sp>
        <p:nvSpPr>
          <p:cNvPr id="44" name="Google Shape;329;p36">
            <a:extLst>
              <a:ext uri="{FF2B5EF4-FFF2-40B4-BE49-F238E27FC236}">
                <a16:creationId xmlns:a16="http://schemas.microsoft.com/office/drawing/2014/main" id="{4CAF8434-0B2B-40F0-A129-0EEE6E499B12}"/>
              </a:ext>
            </a:extLst>
          </p:cNvPr>
          <p:cNvSpPr txBox="1">
            <a:spLocks noGrp="1"/>
          </p:cNvSpPr>
          <p:nvPr>
            <p:ph type="title"/>
          </p:nvPr>
        </p:nvSpPr>
        <p:spPr>
          <a:xfrm>
            <a:off x="1450039" y="540684"/>
            <a:ext cx="5067600" cy="55897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dirty="0"/>
              <a:t>Data A</a:t>
            </a:r>
            <a:r>
              <a:rPr lang="en-US" sz="2400" dirty="0"/>
              <a:t>c</a:t>
            </a:r>
            <a:r>
              <a:rPr lang="en" sz="2400" dirty="0"/>
              <a:t>quisition &amp; Preprocessing</a:t>
            </a:r>
            <a:endParaRPr sz="2400" dirty="0"/>
          </a:p>
        </p:txBody>
      </p:sp>
      <p:sp>
        <p:nvSpPr>
          <p:cNvPr id="45" name="Google Shape;331;p36">
            <a:extLst>
              <a:ext uri="{FF2B5EF4-FFF2-40B4-BE49-F238E27FC236}">
                <a16:creationId xmlns:a16="http://schemas.microsoft.com/office/drawing/2014/main" id="{4BEB05AF-CD7A-3DB7-6A98-ECDF4DF5174B}"/>
              </a:ext>
            </a:extLst>
          </p:cNvPr>
          <p:cNvSpPr txBox="1">
            <a:spLocks/>
          </p:cNvSpPr>
          <p:nvPr/>
        </p:nvSpPr>
        <p:spPr>
          <a:xfrm>
            <a:off x="500081" y="394654"/>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300" dirty="0">
                <a:solidFill>
                  <a:schemeClr val="lt1"/>
                </a:solidFill>
                <a:latin typeface="Figtree Black"/>
                <a:sym typeface="Figtree Black"/>
              </a:rPr>
              <a:t>4.1</a:t>
            </a:r>
            <a:endParaRPr lang="en" dirty="0"/>
          </a:p>
        </p:txBody>
      </p:sp>
      <p:sp>
        <p:nvSpPr>
          <p:cNvPr id="2" name="Rectangle: Rounded Corners 1">
            <a:extLst>
              <a:ext uri="{FF2B5EF4-FFF2-40B4-BE49-F238E27FC236}">
                <a16:creationId xmlns:a16="http://schemas.microsoft.com/office/drawing/2014/main" id="{C9B70B1F-9107-8167-75DB-93D1B2ECB884}"/>
              </a:ext>
            </a:extLst>
          </p:cNvPr>
          <p:cNvSpPr/>
          <p:nvPr/>
        </p:nvSpPr>
        <p:spPr>
          <a:xfrm>
            <a:off x="500081" y="1394460"/>
            <a:ext cx="3928200" cy="2910840"/>
          </a:xfrm>
          <a:prstGeom prst="roundRect">
            <a:avLst>
              <a:gd name="adj" fmla="val 4233"/>
            </a:avLst>
          </a:prstGeom>
        </p:spPr>
        <p:style>
          <a:lnRef idx="2">
            <a:schemeClr val="dk1"/>
          </a:lnRef>
          <a:fillRef idx="1">
            <a:schemeClr val="lt1"/>
          </a:fillRef>
          <a:effectRef idx="0">
            <a:schemeClr val="dk1"/>
          </a:effectRef>
          <a:fontRef idx="minor">
            <a:schemeClr val="dk1"/>
          </a:fontRef>
        </p:style>
        <p:txBody>
          <a:bodyPr rtlCol="0" anchor="ctr"/>
          <a:lstStyle/>
          <a:p>
            <a:pPr marL="285750" indent="-285750">
              <a:buFont typeface="Arial" panose="020B0604020202020204" pitchFamily="34" charset="0"/>
              <a:buChar char="•"/>
            </a:pPr>
            <a:r>
              <a:rPr lang="en-US" dirty="0">
                <a:solidFill>
                  <a:schemeClr val="tx1"/>
                </a:solidFill>
                <a:latin typeface="Hanken Grotesk" panose="020B0604020202020204" charset="0"/>
              </a:rPr>
              <a:t>Load Data: Hourly MW readings from </a:t>
            </a:r>
            <a:r>
              <a:rPr lang="en-US" dirty="0" err="1">
                <a:solidFill>
                  <a:schemeClr val="tx1"/>
                </a:solidFill>
                <a:latin typeface="Hanken Grotesk" panose="020B0604020202020204" charset="0"/>
              </a:rPr>
              <a:t>Baneshwor</a:t>
            </a:r>
            <a:r>
              <a:rPr lang="en-US" dirty="0">
                <a:solidFill>
                  <a:schemeClr val="tx1"/>
                </a:solidFill>
                <a:latin typeface="Hanken Grotesk" panose="020B0604020202020204" charset="0"/>
              </a:rPr>
              <a:t> Feeder. </a:t>
            </a:r>
          </a:p>
          <a:p>
            <a:pPr marL="285750" indent="-285750">
              <a:buFont typeface="Arial" panose="020B0604020202020204" pitchFamily="34" charset="0"/>
              <a:buChar char="•"/>
            </a:pPr>
            <a:endParaRPr lang="en-US" dirty="0">
              <a:solidFill>
                <a:schemeClr val="tx1"/>
              </a:solidFill>
              <a:latin typeface="Hanken Grotesk" panose="020B0604020202020204" charset="0"/>
            </a:endParaRPr>
          </a:p>
          <a:p>
            <a:pPr marL="285750" indent="-285750">
              <a:buFont typeface="Arial" panose="020B0604020202020204" pitchFamily="34" charset="0"/>
              <a:buChar char="•"/>
            </a:pPr>
            <a:r>
              <a:rPr lang="en-US" dirty="0">
                <a:solidFill>
                  <a:schemeClr val="tx1"/>
                </a:solidFill>
                <a:latin typeface="Hanken Grotesk" panose="020B0604020202020204" charset="0"/>
              </a:rPr>
              <a:t>Weather Data: Temperature, Humidity, and Rainfall. </a:t>
            </a:r>
          </a:p>
          <a:p>
            <a:pPr marL="285750" indent="-285750">
              <a:buFont typeface="Arial" panose="020B0604020202020204" pitchFamily="34" charset="0"/>
              <a:buChar char="•"/>
            </a:pPr>
            <a:endParaRPr lang="en-US" dirty="0">
              <a:solidFill>
                <a:schemeClr val="tx1"/>
              </a:solidFill>
              <a:latin typeface="Hanken Grotesk" panose="020B0604020202020204" charset="0"/>
            </a:endParaRPr>
          </a:p>
          <a:p>
            <a:pPr marL="285750" indent="-285750">
              <a:buFont typeface="Arial" panose="020B0604020202020204" pitchFamily="34" charset="0"/>
              <a:buChar char="•"/>
            </a:pPr>
            <a:r>
              <a:rPr lang="en-US" dirty="0">
                <a:solidFill>
                  <a:schemeClr val="tx1"/>
                </a:solidFill>
                <a:latin typeface="Hanken Grotesk" panose="020B0604020202020204" charset="0"/>
              </a:rPr>
              <a:t>Challenges: Missing Value, Nepali (BS) Date Format, Outliers</a:t>
            </a:r>
          </a:p>
        </p:txBody>
      </p:sp>
      <p:sp>
        <p:nvSpPr>
          <p:cNvPr id="3" name="Rectangle: Rounded Corners 2">
            <a:extLst>
              <a:ext uri="{FF2B5EF4-FFF2-40B4-BE49-F238E27FC236}">
                <a16:creationId xmlns:a16="http://schemas.microsoft.com/office/drawing/2014/main" id="{70074ACB-AFF8-041C-3874-F85315EFFC1B}"/>
              </a:ext>
            </a:extLst>
          </p:cNvPr>
          <p:cNvSpPr/>
          <p:nvPr/>
        </p:nvSpPr>
        <p:spPr>
          <a:xfrm>
            <a:off x="4689578" y="1394460"/>
            <a:ext cx="3928199" cy="2910840"/>
          </a:xfrm>
          <a:prstGeom prst="roundRect">
            <a:avLst>
              <a:gd name="adj" fmla="val 4233"/>
            </a:avLst>
          </a:prstGeom>
        </p:spPr>
        <p:style>
          <a:lnRef idx="2">
            <a:schemeClr val="dk1"/>
          </a:lnRef>
          <a:fillRef idx="1">
            <a:schemeClr val="lt1"/>
          </a:fillRef>
          <a:effectRef idx="0">
            <a:schemeClr val="dk1"/>
          </a:effectRef>
          <a:fontRef idx="minor">
            <a:schemeClr val="dk1"/>
          </a:fontRef>
        </p:style>
        <p:txBody>
          <a:bodyPr rtlCol="0" anchor="ctr"/>
          <a:lstStyle/>
          <a:p>
            <a:pPr marL="285750" indent="-285750">
              <a:buFont typeface="Arial" panose="020B0604020202020204" pitchFamily="34" charset="0"/>
              <a:buChar char="•"/>
            </a:pPr>
            <a:r>
              <a:rPr lang="en-US" dirty="0">
                <a:solidFill>
                  <a:schemeClr val="tx1"/>
                </a:solidFill>
                <a:latin typeface="Hanken Grotesk" panose="020B0604020202020204" charset="0"/>
              </a:rPr>
              <a:t>Standardization: Converted all timestamps to Gregorian (AD). </a:t>
            </a:r>
          </a:p>
          <a:p>
            <a:pPr marL="285750" indent="-285750">
              <a:buFont typeface="Arial" panose="020B0604020202020204" pitchFamily="34" charset="0"/>
              <a:buChar char="•"/>
            </a:pPr>
            <a:endParaRPr lang="en-US" dirty="0">
              <a:solidFill>
                <a:schemeClr val="tx1"/>
              </a:solidFill>
              <a:latin typeface="Hanken Grotesk" panose="020B0604020202020204" charset="0"/>
            </a:endParaRPr>
          </a:p>
          <a:p>
            <a:pPr marL="285750" indent="-285750">
              <a:buFont typeface="Arial" panose="020B0604020202020204" pitchFamily="34" charset="0"/>
              <a:buChar char="•"/>
            </a:pPr>
            <a:r>
              <a:rPr lang="en-US" dirty="0">
                <a:solidFill>
                  <a:schemeClr val="tx1"/>
                </a:solidFill>
                <a:latin typeface="Hanken Grotesk" panose="020B0604020202020204" charset="0"/>
              </a:rPr>
              <a:t>Cleaning: Handled missing values via Forward/Backward fill; detected outliers using IQR. </a:t>
            </a:r>
          </a:p>
          <a:p>
            <a:pPr marL="285750" indent="-285750">
              <a:buFont typeface="Arial" panose="020B0604020202020204" pitchFamily="34" charset="0"/>
              <a:buChar char="•"/>
            </a:pPr>
            <a:endParaRPr lang="en-US" dirty="0">
              <a:solidFill>
                <a:schemeClr val="tx1"/>
              </a:solidFill>
              <a:latin typeface="Hanken Grotesk" panose="020B0604020202020204" charset="0"/>
            </a:endParaRPr>
          </a:p>
          <a:p>
            <a:pPr marL="285750" indent="-285750">
              <a:buFont typeface="Arial" panose="020B0604020202020204" pitchFamily="34" charset="0"/>
              <a:buChar char="•"/>
            </a:pPr>
            <a:r>
              <a:rPr lang="en-US" dirty="0">
                <a:solidFill>
                  <a:schemeClr val="tx1"/>
                </a:solidFill>
                <a:latin typeface="Hanken Grotesk" panose="020B0604020202020204" charset="0"/>
              </a:rPr>
              <a:t>Feature Engineering: Created Hour, Day, Month and Time Features from time.</a:t>
            </a:r>
          </a:p>
        </p:txBody>
      </p:sp>
      <p:sp>
        <p:nvSpPr>
          <p:cNvPr id="4" name="Google Shape;330;p36">
            <a:extLst>
              <a:ext uri="{FF2B5EF4-FFF2-40B4-BE49-F238E27FC236}">
                <a16:creationId xmlns:a16="http://schemas.microsoft.com/office/drawing/2014/main" id="{70568F44-D49C-3739-30F1-D8B0614774A8}"/>
              </a:ext>
            </a:extLst>
          </p:cNvPr>
          <p:cNvSpPr txBox="1">
            <a:spLocks/>
          </p:cNvSpPr>
          <p:nvPr/>
        </p:nvSpPr>
        <p:spPr>
          <a:xfrm>
            <a:off x="500081" y="4609778"/>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5 - </a:t>
            </a:r>
            <a:fld id="{1612EBDF-BBCF-4455-9CA4-C9C775D5C22A}" type="datetime1">
              <a:rPr lang="en-US" sz="1000" smtClean="0"/>
              <a:t>12/4/2025</a:t>
            </a:fld>
            <a:endParaRPr lang="en-US" sz="1000" dirty="0"/>
          </a:p>
        </p:txBody>
      </p:sp>
    </p:spTree>
    <p:extLst>
      <p:ext uri="{BB962C8B-B14F-4D97-AF65-F5344CB8AC3E}">
        <p14:creationId xmlns:p14="http://schemas.microsoft.com/office/powerpoint/2010/main" val="64017555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73"/>
        <p:cNvGrpSpPr/>
        <p:nvPr/>
      </p:nvGrpSpPr>
      <p:grpSpPr>
        <a:xfrm>
          <a:off x="0" y="0"/>
          <a:ext cx="0" cy="0"/>
          <a:chOff x="0" y="0"/>
          <a:chExt cx="0" cy="0"/>
        </a:xfrm>
      </p:grpSpPr>
      <p:sp>
        <p:nvSpPr>
          <p:cNvPr id="44" name="Google Shape;329;p36">
            <a:extLst>
              <a:ext uri="{FF2B5EF4-FFF2-40B4-BE49-F238E27FC236}">
                <a16:creationId xmlns:a16="http://schemas.microsoft.com/office/drawing/2014/main" id="{4CAF8434-0B2B-40F0-A129-0EEE6E499B12}"/>
              </a:ext>
            </a:extLst>
          </p:cNvPr>
          <p:cNvSpPr txBox="1">
            <a:spLocks noGrp="1"/>
          </p:cNvSpPr>
          <p:nvPr>
            <p:ph type="title"/>
          </p:nvPr>
        </p:nvSpPr>
        <p:spPr>
          <a:xfrm>
            <a:off x="1669958" y="679580"/>
            <a:ext cx="5067600" cy="55897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dirty="0"/>
              <a:t>Data A</a:t>
            </a:r>
            <a:r>
              <a:rPr lang="en-US" sz="2400" dirty="0"/>
              <a:t>c</a:t>
            </a:r>
            <a:r>
              <a:rPr lang="en" sz="2400" dirty="0"/>
              <a:t>quisition &amp; Preprocessing</a:t>
            </a:r>
            <a:endParaRPr sz="2400" dirty="0"/>
          </a:p>
        </p:txBody>
      </p:sp>
      <p:sp>
        <p:nvSpPr>
          <p:cNvPr id="45" name="Google Shape;331;p36">
            <a:extLst>
              <a:ext uri="{FF2B5EF4-FFF2-40B4-BE49-F238E27FC236}">
                <a16:creationId xmlns:a16="http://schemas.microsoft.com/office/drawing/2014/main" id="{4BEB05AF-CD7A-3DB7-6A98-ECDF4DF5174B}"/>
              </a:ext>
            </a:extLst>
          </p:cNvPr>
          <p:cNvSpPr txBox="1">
            <a:spLocks/>
          </p:cNvSpPr>
          <p:nvPr/>
        </p:nvSpPr>
        <p:spPr>
          <a:xfrm>
            <a:off x="720000" y="533550"/>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300" dirty="0">
                <a:solidFill>
                  <a:schemeClr val="lt1"/>
                </a:solidFill>
                <a:latin typeface="Figtree Black"/>
                <a:sym typeface="Figtree Black"/>
              </a:rPr>
              <a:t>4.1</a:t>
            </a:r>
            <a:endParaRPr lang="en" dirty="0"/>
          </a:p>
        </p:txBody>
      </p:sp>
      <p:graphicFrame>
        <p:nvGraphicFramePr>
          <p:cNvPr id="4" name="Table 3">
            <a:extLst>
              <a:ext uri="{FF2B5EF4-FFF2-40B4-BE49-F238E27FC236}">
                <a16:creationId xmlns:a16="http://schemas.microsoft.com/office/drawing/2014/main" id="{C144C473-3982-79B9-9701-05CA5D54C350}"/>
              </a:ext>
            </a:extLst>
          </p:cNvPr>
          <p:cNvGraphicFramePr>
            <a:graphicFrameLocks noGrp="1"/>
          </p:cNvGraphicFramePr>
          <p:nvPr>
            <p:extLst>
              <p:ext uri="{D42A27DB-BD31-4B8C-83A1-F6EECF244321}">
                <p14:modId xmlns:p14="http://schemas.microsoft.com/office/powerpoint/2010/main" val="4154535164"/>
              </p:ext>
            </p:extLst>
          </p:nvPr>
        </p:nvGraphicFramePr>
        <p:xfrm>
          <a:off x="720000" y="1441799"/>
          <a:ext cx="7845266" cy="2680297"/>
        </p:xfrm>
        <a:graphic>
          <a:graphicData uri="http://schemas.openxmlformats.org/drawingml/2006/table">
            <a:tbl>
              <a:tblPr>
                <a:tableStyleId>{5940675A-B579-460E-94D1-54222C63F5DA}</a:tableStyleId>
              </a:tblPr>
              <a:tblGrid>
                <a:gridCol w="2113638">
                  <a:extLst>
                    <a:ext uri="{9D8B030D-6E8A-4147-A177-3AD203B41FA5}">
                      <a16:colId xmlns:a16="http://schemas.microsoft.com/office/drawing/2014/main" val="996741335"/>
                    </a:ext>
                  </a:extLst>
                </a:gridCol>
                <a:gridCol w="1007232">
                  <a:extLst>
                    <a:ext uri="{9D8B030D-6E8A-4147-A177-3AD203B41FA5}">
                      <a16:colId xmlns:a16="http://schemas.microsoft.com/office/drawing/2014/main" val="823278242"/>
                    </a:ext>
                  </a:extLst>
                </a:gridCol>
                <a:gridCol w="1608930">
                  <a:extLst>
                    <a:ext uri="{9D8B030D-6E8A-4147-A177-3AD203B41FA5}">
                      <a16:colId xmlns:a16="http://schemas.microsoft.com/office/drawing/2014/main" val="1216470040"/>
                    </a:ext>
                  </a:extLst>
                </a:gridCol>
                <a:gridCol w="1448486">
                  <a:extLst>
                    <a:ext uri="{9D8B030D-6E8A-4147-A177-3AD203B41FA5}">
                      <a16:colId xmlns:a16="http://schemas.microsoft.com/office/drawing/2014/main" val="2941528655"/>
                    </a:ext>
                  </a:extLst>
                </a:gridCol>
                <a:gridCol w="1666980">
                  <a:extLst>
                    <a:ext uri="{9D8B030D-6E8A-4147-A177-3AD203B41FA5}">
                      <a16:colId xmlns:a16="http://schemas.microsoft.com/office/drawing/2014/main" val="2353134203"/>
                    </a:ext>
                  </a:extLst>
                </a:gridCol>
              </a:tblGrid>
              <a:tr h="462121">
                <a:tc>
                  <a:txBody>
                    <a:bodyPr/>
                    <a:lstStyle/>
                    <a:p>
                      <a:pPr algn="ctr" fontAlgn="t"/>
                      <a:r>
                        <a:rPr lang="en-US" sz="1400" u="none" strike="noStrike" dirty="0">
                          <a:effectLst/>
                        </a:rPr>
                        <a:t>Time</a:t>
                      </a:r>
                      <a:endParaRPr lang="en-US" sz="1400" b="1" i="0" u="none" strike="noStrike" dirty="0">
                        <a:solidFill>
                          <a:srgbClr val="000000"/>
                        </a:solidFill>
                        <a:effectLst/>
                        <a:latin typeface="Hanken Grotesk" panose="020B0604020202020204" charset="0"/>
                      </a:endParaRPr>
                    </a:p>
                  </a:txBody>
                  <a:tcPr marL="7620" marR="7620" marT="7620" marB="0" anchor="ctr"/>
                </a:tc>
                <a:tc>
                  <a:txBody>
                    <a:bodyPr/>
                    <a:lstStyle/>
                    <a:p>
                      <a:pPr algn="ctr" fontAlgn="t"/>
                      <a:r>
                        <a:rPr lang="en-US" sz="1400" u="none" strike="noStrike">
                          <a:effectLst/>
                        </a:rPr>
                        <a:t>MW</a:t>
                      </a:r>
                      <a:endParaRPr lang="en-US" sz="1400" b="1" i="0" u="none" strike="noStrike">
                        <a:solidFill>
                          <a:srgbClr val="000000"/>
                        </a:solidFill>
                        <a:effectLst/>
                        <a:latin typeface="Hanken Grotesk" panose="020B0604020202020204" charset="0"/>
                      </a:endParaRPr>
                    </a:p>
                  </a:txBody>
                  <a:tcPr marL="7620" marR="7620" marT="7620" marB="0" anchor="ctr"/>
                </a:tc>
                <a:tc>
                  <a:txBody>
                    <a:bodyPr/>
                    <a:lstStyle/>
                    <a:p>
                      <a:pPr algn="ctr" fontAlgn="t"/>
                      <a:r>
                        <a:rPr lang="en-US" sz="1400" u="none" strike="noStrike">
                          <a:effectLst/>
                        </a:rPr>
                        <a:t>Air Temperature</a:t>
                      </a:r>
                      <a:endParaRPr lang="en-US" sz="1400" b="1" i="0" u="none" strike="noStrike">
                        <a:solidFill>
                          <a:srgbClr val="000000"/>
                        </a:solidFill>
                        <a:effectLst/>
                        <a:latin typeface="Hanken Grotesk" panose="020B0604020202020204" charset="0"/>
                      </a:endParaRPr>
                    </a:p>
                  </a:txBody>
                  <a:tcPr marL="7620" marR="7620" marT="7620" marB="0" anchor="ctr"/>
                </a:tc>
                <a:tc>
                  <a:txBody>
                    <a:bodyPr/>
                    <a:lstStyle/>
                    <a:p>
                      <a:pPr algn="ctr" fontAlgn="t"/>
                      <a:r>
                        <a:rPr lang="en-US" sz="1400" u="none" strike="noStrike" dirty="0">
                          <a:effectLst/>
                        </a:rPr>
                        <a:t>Global Solar Radiation</a:t>
                      </a:r>
                      <a:endParaRPr lang="en-US" sz="1400" b="1" i="0" u="none" strike="noStrike" dirty="0">
                        <a:solidFill>
                          <a:srgbClr val="000000"/>
                        </a:solidFill>
                        <a:effectLst/>
                        <a:latin typeface="Hanken Grotesk" panose="020B0604020202020204" charset="0"/>
                      </a:endParaRPr>
                    </a:p>
                  </a:txBody>
                  <a:tcPr marL="7620" marR="7620" marT="7620" marB="0" anchor="ctr"/>
                </a:tc>
                <a:tc>
                  <a:txBody>
                    <a:bodyPr/>
                    <a:lstStyle/>
                    <a:p>
                      <a:pPr algn="ctr" fontAlgn="t"/>
                      <a:r>
                        <a:rPr lang="en-US" sz="1400" u="none" strike="noStrike">
                          <a:effectLst/>
                        </a:rPr>
                        <a:t>Relative Humidity</a:t>
                      </a:r>
                      <a:endParaRPr lang="en-US" sz="1400" b="1" i="0" u="none" strike="noStrike">
                        <a:solidFill>
                          <a:srgbClr val="000000"/>
                        </a:solidFill>
                        <a:effectLst/>
                        <a:latin typeface="Hanken Grotesk" panose="020B0604020202020204" charset="0"/>
                      </a:endParaRPr>
                    </a:p>
                  </a:txBody>
                  <a:tcPr marL="7620" marR="7620" marT="7620" marB="0" anchor="ctr"/>
                </a:tc>
                <a:extLst>
                  <a:ext uri="{0D108BD9-81ED-4DB2-BD59-A6C34878D82A}">
                    <a16:rowId xmlns:a16="http://schemas.microsoft.com/office/drawing/2014/main" val="602257190"/>
                  </a:ext>
                </a:extLst>
              </a:tr>
              <a:tr h="246464">
                <a:tc>
                  <a:txBody>
                    <a:bodyPr/>
                    <a:lstStyle/>
                    <a:p>
                      <a:pPr algn="ctr" fontAlgn="b"/>
                      <a:r>
                        <a:rPr lang="en-US" sz="1400" u="none" strike="noStrike">
                          <a:effectLst/>
                        </a:rPr>
                        <a:t>2022-10-19 01:00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0.8</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14.5</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88.8</a:t>
                      </a:r>
                      <a:endParaRPr lang="en-US" sz="1400" b="0" i="0" u="none" strike="noStrike">
                        <a:solidFill>
                          <a:srgbClr val="000000"/>
                        </a:solidFill>
                        <a:effectLst/>
                        <a:latin typeface="Hanken Grotesk" panose="020B0604020202020204" charset="0"/>
                      </a:endParaRPr>
                    </a:p>
                  </a:txBody>
                  <a:tcPr marL="7620" marR="7620" marT="7620" marB="0" anchor="ctr"/>
                </a:tc>
                <a:extLst>
                  <a:ext uri="{0D108BD9-81ED-4DB2-BD59-A6C34878D82A}">
                    <a16:rowId xmlns:a16="http://schemas.microsoft.com/office/drawing/2014/main" val="690706460"/>
                  </a:ext>
                </a:extLst>
              </a:tr>
              <a:tr h="246464">
                <a:tc>
                  <a:txBody>
                    <a:bodyPr/>
                    <a:lstStyle/>
                    <a:p>
                      <a:pPr algn="ctr" fontAlgn="b"/>
                      <a:r>
                        <a:rPr lang="en-US" sz="1400" u="none" strike="noStrike" dirty="0">
                          <a:effectLst/>
                        </a:rPr>
                        <a:t>2022-10-19 02:00</a:t>
                      </a:r>
                      <a:endParaRPr lang="en-US" sz="1400" b="0" i="0" u="none" strike="noStrike" dirty="0">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0.8</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14.4</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dirty="0">
                          <a:effectLst/>
                        </a:rPr>
                        <a:t>0</a:t>
                      </a:r>
                      <a:endParaRPr lang="en-US" sz="1400" b="0" i="0" u="none" strike="noStrike" dirty="0">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87.9</a:t>
                      </a:r>
                      <a:endParaRPr lang="en-US" sz="1400" b="0" i="0" u="none" strike="noStrike">
                        <a:solidFill>
                          <a:srgbClr val="000000"/>
                        </a:solidFill>
                        <a:effectLst/>
                        <a:latin typeface="Hanken Grotesk" panose="020B0604020202020204" charset="0"/>
                      </a:endParaRPr>
                    </a:p>
                  </a:txBody>
                  <a:tcPr marL="7620" marR="7620" marT="7620" marB="0" anchor="ctr"/>
                </a:tc>
                <a:extLst>
                  <a:ext uri="{0D108BD9-81ED-4DB2-BD59-A6C34878D82A}">
                    <a16:rowId xmlns:a16="http://schemas.microsoft.com/office/drawing/2014/main" val="4186698424"/>
                  </a:ext>
                </a:extLst>
              </a:tr>
              <a:tr h="246464">
                <a:tc>
                  <a:txBody>
                    <a:bodyPr/>
                    <a:lstStyle/>
                    <a:p>
                      <a:pPr algn="ctr" fontAlgn="b"/>
                      <a:r>
                        <a:rPr lang="en-US" sz="1400" u="none" strike="noStrike">
                          <a:effectLst/>
                        </a:rPr>
                        <a:t>2022-10-19 03:00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0.8</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14</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92.3</a:t>
                      </a:r>
                      <a:endParaRPr lang="en-US" sz="1400" b="0" i="0" u="none" strike="noStrike">
                        <a:solidFill>
                          <a:srgbClr val="000000"/>
                        </a:solidFill>
                        <a:effectLst/>
                        <a:latin typeface="Hanken Grotesk" panose="020B0604020202020204" charset="0"/>
                      </a:endParaRPr>
                    </a:p>
                  </a:txBody>
                  <a:tcPr marL="7620" marR="7620" marT="7620" marB="0" anchor="ctr"/>
                </a:tc>
                <a:extLst>
                  <a:ext uri="{0D108BD9-81ED-4DB2-BD59-A6C34878D82A}">
                    <a16:rowId xmlns:a16="http://schemas.microsoft.com/office/drawing/2014/main" val="1170439316"/>
                  </a:ext>
                </a:extLst>
              </a:tr>
              <a:tr h="246464">
                <a:tc>
                  <a:txBody>
                    <a:bodyPr/>
                    <a:lstStyle/>
                    <a:p>
                      <a:pPr algn="ctr" fontAlgn="b"/>
                      <a:r>
                        <a:rPr lang="en-US" sz="1400" u="none" strike="noStrike">
                          <a:effectLst/>
                        </a:rPr>
                        <a:t>2022-10-19 04:00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0.8</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13.2</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dirty="0">
                          <a:effectLst/>
                        </a:rPr>
                        <a:t>95.8</a:t>
                      </a:r>
                      <a:endParaRPr lang="en-US" sz="1400" b="0" i="0" u="none" strike="noStrike" dirty="0">
                        <a:solidFill>
                          <a:srgbClr val="000000"/>
                        </a:solidFill>
                        <a:effectLst/>
                        <a:latin typeface="Hanken Grotesk" panose="020B0604020202020204" charset="0"/>
                      </a:endParaRPr>
                    </a:p>
                  </a:txBody>
                  <a:tcPr marL="7620" marR="7620" marT="7620" marB="0" anchor="ctr"/>
                </a:tc>
                <a:extLst>
                  <a:ext uri="{0D108BD9-81ED-4DB2-BD59-A6C34878D82A}">
                    <a16:rowId xmlns:a16="http://schemas.microsoft.com/office/drawing/2014/main" val="2824116137"/>
                  </a:ext>
                </a:extLst>
              </a:tr>
              <a:tr h="246464">
                <a:tc>
                  <a:txBody>
                    <a:bodyPr/>
                    <a:lstStyle/>
                    <a:p>
                      <a:pPr algn="ctr" fontAlgn="b"/>
                      <a:r>
                        <a:rPr lang="en-US" sz="1400" u="none" strike="noStrike">
                          <a:effectLst/>
                        </a:rPr>
                        <a:t>2022-10-19 05:00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0.8</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12.65</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97.9</a:t>
                      </a:r>
                      <a:endParaRPr lang="en-US" sz="1400" b="0" i="0" u="none" strike="noStrike">
                        <a:solidFill>
                          <a:srgbClr val="000000"/>
                        </a:solidFill>
                        <a:effectLst/>
                        <a:latin typeface="Hanken Grotesk" panose="020B0604020202020204" charset="0"/>
                      </a:endParaRPr>
                    </a:p>
                  </a:txBody>
                  <a:tcPr marL="7620" marR="7620" marT="7620" marB="0" anchor="ctr"/>
                </a:tc>
                <a:extLst>
                  <a:ext uri="{0D108BD9-81ED-4DB2-BD59-A6C34878D82A}">
                    <a16:rowId xmlns:a16="http://schemas.microsoft.com/office/drawing/2014/main" val="1017949459"/>
                  </a:ext>
                </a:extLst>
              </a:tr>
              <a:tr h="246464">
                <a:tc>
                  <a:txBody>
                    <a:bodyPr/>
                    <a:lstStyle/>
                    <a:p>
                      <a:pPr algn="ctr" fontAlgn="b"/>
                      <a:r>
                        <a:rPr lang="en-US" sz="1400" u="none" strike="noStrike">
                          <a:effectLst/>
                        </a:rPr>
                        <a:t>2022-10-19 06:00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1.2</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12.1</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dirty="0">
                          <a:effectLst/>
                        </a:rPr>
                        <a:t>0</a:t>
                      </a:r>
                      <a:endParaRPr lang="en-US" sz="1400" b="0" i="0" u="none" strike="noStrike" dirty="0">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100</a:t>
                      </a:r>
                      <a:endParaRPr lang="en-US" sz="1400" b="0" i="0" u="none" strike="noStrike">
                        <a:solidFill>
                          <a:srgbClr val="000000"/>
                        </a:solidFill>
                        <a:effectLst/>
                        <a:latin typeface="Hanken Grotesk" panose="020B0604020202020204" charset="0"/>
                      </a:endParaRPr>
                    </a:p>
                  </a:txBody>
                  <a:tcPr marL="7620" marR="7620" marT="7620" marB="0" anchor="ctr"/>
                </a:tc>
                <a:extLst>
                  <a:ext uri="{0D108BD9-81ED-4DB2-BD59-A6C34878D82A}">
                    <a16:rowId xmlns:a16="http://schemas.microsoft.com/office/drawing/2014/main" val="3549539785"/>
                  </a:ext>
                </a:extLst>
              </a:tr>
              <a:tr h="246464">
                <a:tc>
                  <a:txBody>
                    <a:bodyPr/>
                    <a:lstStyle/>
                    <a:p>
                      <a:pPr algn="ctr" fontAlgn="b"/>
                      <a:r>
                        <a:rPr lang="en-US" sz="1400" u="none" strike="noStrike">
                          <a:effectLst/>
                        </a:rPr>
                        <a:t>2022-10-19 07:00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2</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12</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18.6</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100</a:t>
                      </a:r>
                      <a:endParaRPr lang="en-US" sz="1400" b="0" i="0" u="none" strike="noStrike">
                        <a:solidFill>
                          <a:srgbClr val="000000"/>
                        </a:solidFill>
                        <a:effectLst/>
                        <a:latin typeface="Hanken Grotesk" panose="020B0604020202020204" charset="0"/>
                      </a:endParaRPr>
                    </a:p>
                  </a:txBody>
                  <a:tcPr marL="7620" marR="7620" marT="7620" marB="0" anchor="ctr"/>
                </a:tc>
                <a:extLst>
                  <a:ext uri="{0D108BD9-81ED-4DB2-BD59-A6C34878D82A}">
                    <a16:rowId xmlns:a16="http://schemas.microsoft.com/office/drawing/2014/main" val="1431742879"/>
                  </a:ext>
                </a:extLst>
              </a:tr>
              <a:tr h="246464">
                <a:tc>
                  <a:txBody>
                    <a:bodyPr/>
                    <a:lstStyle/>
                    <a:p>
                      <a:pPr algn="ctr" fontAlgn="b"/>
                      <a:r>
                        <a:rPr lang="en-US" sz="1400" u="none" strike="noStrike">
                          <a:effectLst/>
                        </a:rPr>
                        <a:t>2022-10-19 08:00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2.3</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14.3</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171.3</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92.9</a:t>
                      </a:r>
                      <a:endParaRPr lang="en-US" sz="1400" b="0" i="0" u="none" strike="noStrike">
                        <a:solidFill>
                          <a:srgbClr val="000000"/>
                        </a:solidFill>
                        <a:effectLst/>
                        <a:latin typeface="Hanken Grotesk" panose="020B0604020202020204" charset="0"/>
                      </a:endParaRPr>
                    </a:p>
                  </a:txBody>
                  <a:tcPr marL="7620" marR="7620" marT="7620" marB="0" anchor="ctr"/>
                </a:tc>
                <a:extLst>
                  <a:ext uri="{0D108BD9-81ED-4DB2-BD59-A6C34878D82A}">
                    <a16:rowId xmlns:a16="http://schemas.microsoft.com/office/drawing/2014/main" val="3920755744"/>
                  </a:ext>
                </a:extLst>
              </a:tr>
              <a:tr h="246464">
                <a:tc>
                  <a:txBody>
                    <a:bodyPr/>
                    <a:lstStyle/>
                    <a:p>
                      <a:pPr algn="ctr" fontAlgn="b"/>
                      <a:r>
                        <a:rPr lang="en-US" sz="1400" u="none" strike="noStrike">
                          <a:effectLst/>
                        </a:rPr>
                        <a:t>2022-10-19 09:00</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2.1</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17.2</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a:effectLst/>
                        </a:rPr>
                        <a:t>393.6</a:t>
                      </a:r>
                      <a:endParaRPr lang="en-US" sz="1400" b="0" i="0" u="none" strike="noStrike">
                        <a:solidFill>
                          <a:srgbClr val="000000"/>
                        </a:solidFill>
                        <a:effectLst/>
                        <a:latin typeface="Hanken Grotesk" panose="020B0604020202020204" charset="0"/>
                      </a:endParaRPr>
                    </a:p>
                  </a:txBody>
                  <a:tcPr marL="7620" marR="7620" marT="7620" marB="0" anchor="ctr"/>
                </a:tc>
                <a:tc>
                  <a:txBody>
                    <a:bodyPr/>
                    <a:lstStyle/>
                    <a:p>
                      <a:pPr algn="ctr" fontAlgn="b"/>
                      <a:r>
                        <a:rPr lang="en-US" sz="1400" u="none" strike="noStrike" dirty="0">
                          <a:effectLst/>
                        </a:rPr>
                        <a:t>77</a:t>
                      </a:r>
                      <a:endParaRPr lang="en-US" sz="1400" b="0" i="0" u="none" strike="noStrike" dirty="0">
                        <a:solidFill>
                          <a:srgbClr val="000000"/>
                        </a:solidFill>
                        <a:effectLst/>
                        <a:latin typeface="Hanken Grotesk" panose="020B0604020202020204" charset="0"/>
                      </a:endParaRPr>
                    </a:p>
                  </a:txBody>
                  <a:tcPr marL="7620" marR="7620" marT="7620" marB="0" anchor="ctr"/>
                </a:tc>
                <a:extLst>
                  <a:ext uri="{0D108BD9-81ED-4DB2-BD59-A6C34878D82A}">
                    <a16:rowId xmlns:a16="http://schemas.microsoft.com/office/drawing/2014/main" val="1048078250"/>
                  </a:ext>
                </a:extLst>
              </a:tr>
            </a:tbl>
          </a:graphicData>
        </a:graphic>
      </p:graphicFrame>
      <p:sp>
        <p:nvSpPr>
          <p:cNvPr id="5" name="Google Shape;330;p36">
            <a:extLst>
              <a:ext uri="{FF2B5EF4-FFF2-40B4-BE49-F238E27FC236}">
                <a16:creationId xmlns:a16="http://schemas.microsoft.com/office/drawing/2014/main" id="{2B37DD13-F9E6-D813-B027-563712E7E67E}"/>
              </a:ext>
            </a:extLst>
          </p:cNvPr>
          <p:cNvSpPr txBox="1">
            <a:spLocks/>
          </p:cNvSpPr>
          <p:nvPr/>
        </p:nvSpPr>
        <p:spPr>
          <a:xfrm>
            <a:off x="1774862" y="4192236"/>
            <a:ext cx="6105334" cy="34791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lgn="ctr"/>
            <a:r>
              <a:rPr lang="en-US" sz="1100" i="1" dirty="0"/>
              <a:t>Table 4.1 Finalized Sample Dataset</a:t>
            </a:r>
          </a:p>
        </p:txBody>
      </p:sp>
      <p:sp>
        <p:nvSpPr>
          <p:cNvPr id="2" name="Google Shape;330;p36">
            <a:extLst>
              <a:ext uri="{FF2B5EF4-FFF2-40B4-BE49-F238E27FC236}">
                <a16:creationId xmlns:a16="http://schemas.microsoft.com/office/drawing/2014/main" id="{4578E182-3BBF-D5C7-3C70-F88F1210AC76}"/>
              </a:ext>
            </a:extLst>
          </p:cNvPr>
          <p:cNvSpPr txBox="1">
            <a:spLocks/>
          </p:cNvSpPr>
          <p:nvPr/>
        </p:nvSpPr>
        <p:spPr>
          <a:xfrm>
            <a:off x="720000" y="4676722"/>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6 - </a:t>
            </a:r>
            <a:fld id="{1612EBDF-BBCF-4455-9CA4-C9C775D5C22A}" type="datetime1">
              <a:rPr lang="en-US" sz="1000" smtClean="0"/>
              <a:t>12/4/2025</a:t>
            </a:fld>
            <a:endParaRPr lang="en-US" sz="1000" dirty="0"/>
          </a:p>
        </p:txBody>
      </p:sp>
    </p:spTree>
    <p:extLst>
      <p:ext uri="{BB962C8B-B14F-4D97-AF65-F5344CB8AC3E}">
        <p14:creationId xmlns:p14="http://schemas.microsoft.com/office/powerpoint/2010/main" val="30119820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329;p36">
            <a:extLst>
              <a:ext uri="{FF2B5EF4-FFF2-40B4-BE49-F238E27FC236}">
                <a16:creationId xmlns:a16="http://schemas.microsoft.com/office/drawing/2014/main" id="{281DE8FA-0346-ADC1-8F40-D51890ED065A}"/>
              </a:ext>
            </a:extLst>
          </p:cNvPr>
          <p:cNvSpPr txBox="1">
            <a:spLocks noGrp="1"/>
          </p:cNvSpPr>
          <p:nvPr>
            <p:ph type="title"/>
          </p:nvPr>
        </p:nvSpPr>
        <p:spPr>
          <a:xfrm>
            <a:off x="1193195" y="390020"/>
            <a:ext cx="5067600" cy="55897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sz="2400" dirty="0"/>
              <a:t>Exploratory Data Analysis</a:t>
            </a:r>
            <a:endParaRPr sz="2400" dirty="0"/>
          </a:p>
        </p:txBody>
      </p:sp>
      <p:sp>
        <p:nvSpPr>
          <p:cNvPr id="5" name="Google Shape;331;p36">
            <a:extLst>
              <a:ext uri="{FF2B5EF4-FFF2-40B4-BE49-F238E27FC236}">
                <a16:creationId xmlns:a16="http://schemas.microsoft.com/office/drawing/2014/main" id="{306F827B-BD7A-F92B-F5B3-D222CF02F4F6}"/>
              </a:ext>
            </a:extLst>
          </p:cNvPr>
          <p:cNvSpPr txBox="1">
            <a:spLocks/>
          </p:cNvSpPr>
          <p:nvPr/>
        </p:nvSpPr>
        <p:spPr>
          <a:xfrm>
            <a:off x="241332" y="242085"/>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300" dirty="0">
                <a:solidFill>
                  <a:schemeClr val="lt1"/>
                </a:solidFill>
                <a:latin typeface="Figtree Black"/>
                <a:sym typeface="Figtree Black"/>
              </a:rPr>
              <a:t>4.2</a:t>
            </a:r>
            <a:endParaRPr lang="en" dirty="0"/>
          </a:p>
        </p:txBody>
      </p:sp>
      <p:pic>
        <p:nvPicPr>
          <p:cNvPr id="6" name="Picture 5">
            <a:extLst>
              <a:ext uri="{FF2B5EF4-FFF2-40B4-BE49-F238E27FC236}">
                <a16:creationId xmlns:a16="http://schemas.microsoft.com/office/drawing/2014/main" id="{3B860ABD-05D4-75F4-B573-4205D6830F9B}"/>
              </a:ext>
            </a:extLst>
          </p:cNvPr>
          <p:cNvPicPr>
            <a:picLocks noChangeAspect="1"/>
          </p:cNvPicPr>
          <p:nvPr/>
        </p:nvPicPr>
        <p:blipFill>
          <a:blip r:embed="rId2"/>
          <a:stretch>
            <a:fillRect/>
          </a:stretch>
        </p:blipFill>
        <p:spPr>
          <a:xfrm>
            <a:off x="454611" y="1215591"/>
            <a:ext cx="8234777" cy="2904997"/>
          </a:xfrm>
          <a:prstGeom prst="rect">
            <a:avLst/>
          </a:prstGeom>
        </p:spPr>
      </p:pic>
      <p:sp>
        <p:nvSpPr>
          <p:cNvPr id="7" name="Google Shape;330;p36">
            <a:extLst>
              <a:ext uri="{FF2B5EF4-FFF2-40B4-BE49-F238E27FC236}">
                <a16:creationId xmlns:a16="http://schemas.microsoft.com/office/drawing/2014/main" id="{7F7B3E24-A876-42CD-74A9-B9439EB03D64}"/>
              </a:ext>
            </a:extLst>
          </p:cNvPr>
          <p:cNvSpPr txBox="1">
            <a:spLocks/>
          </p:cNvSpPr>
          <p:nvPr/>
        </p:nvSpPr>
        <p:spPr>
          <a:xfrm>
            <a:off x="1519332" y="4213231"/>
            <a:ext cx="6105334" cy="34791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lgn="ctr"/>
            <a:r>
              <a:rPr lang="en-US" sz="1100" i="1" dirty="0"/>
              <a:t>Fig 4.1 Daily Average Load Over Time</a:t>
            </a:r>
          </a:p>
        </p:txBody>
      </p:sp>
      <p:sp>
        <p:nvSpPr>
          <p:cNvPr id="2" name="Google Shape;330;p36">
            <a:extLst>
              <a:ext uri="{FF2B5EF4-FFF2-40B4-BE49-F238E27FC236}">
                <a16:creationId xmlns:a16="http://schemas.microsoft.com/office/drawing/2014/main" id="{9A0E0558-8CDA-FACE-A1DF-2D11BEA7D41E}"/>
              </a:ext>
            </a:extLst>
          </p:cNvPr>
          <p:cNvSpPr txBox="1">
            <a:spLocks/>
          </p:cNvSpPr>
          <p:nvPr/>
        </p:nvSpPr>
        <p:spPr>
          <a:xfrm>
            <a:off x="241332" y="4614412"/>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7 - </a:t>
            </a:r>
            <a:fld id="{1612EBDF-BBCF-4455-9CA4-C9C775D5C22A}" type="datetime1">
              <a:rPr lang="en-US" sz="1000" smtClean="0"/>
              <a:t>12/4/2025</a:t>
            </a:fld>
            <a:endParaRPr lang="en-US" sz="1000" dirty="0"/>
          </a:p>
        </p:txBody>
      </p:sp>
    </p:spTree>
    <p:extLst>
      <p:ext uri="{BB962C8B-B14F-4D97-AF65-F5344CB8AC3E}">
        <p14:creationId xmlns:p14="http://schemas.microsoft.com/office/powerpoint/2010/main" val="80789542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329;p36">
            <a:extLst>
              <a:ext uri="{FF2B5EF4-FFF2-40B4-BE49-F238E27FC236}">
                <a16:creationId xmlns:a16="http://schemas.microsoft.com/office/drawing/2014/main" id="{281DE8FA-0346-ADC1-8F40-D51890ED065A}"/>
              </a:ext>
            </a:extLst>
          </p:cNvPr>
          <p:cNvSpPr txBox="1">
            <a:spLocks noGrp="1"/>
          </p:cNvSpPr>
          <p:nvPr>
            <p:ph type="title"/>
          </p:nvPr>
        </p:nvSpPr>
        <p:spPr>
          <a:xfrm>
            <a:off x="1193195" y="390020"/>
            <a:ext cx="5067600" cy="55897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sz="2400" dirty="0"/>
              <a:t>Exploratory Data Analysis</a:t>
            </a:r>
            <a:endParaRPr sz="2400" dirty="0"/>
          </a:p>
        </p:txBody>
      </p:sp>
      <p:sp>
        <p:nvSpPr>
          <p:cNvPr id="5" name="Google Shape;331;p36">
            <a:extLst>
              <a:ext uri="{FF2B5EF4-FFF2-40B4-BE49-F238E27FC236}">
                <a16:creationId xmlns:a16="http://schemas.microsoft.com/office/drawing/2014/main" id="{306F827B-BD7A-F92B-F5B3-D222CF02F4F6}"/>
              </a:ext>
            </a:extLst>
          </p:cNvPr>
          <p:cNvSpPr txBox="1">
            <a:spLocks/>
          </p:cNvSpPr>
          <p:nvPr/>
        </p:nvSpPr>
        <p:spPr>
          <a:xfrm>
            <a:off x="241332" y="242085"/>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300" dirty="0">
                <a:solidFill>
                  <a:schemeClr val="lt1"/>
                </a:solidFill>
                <a:latin typeface="Figtree Black"/>
                <a:sym typeface="Figtree Black"/>
              </a:rPr>
              <a:t>4.2</a:t>
            </a:r>
            <a:endParaRPr lang="en" dirty="0"/>
          </a:p>
        </p:txBody>
      </p:sp>
      <p:pic>
        <p:nvPicPr>
          <p:cNvPr id="3" name="Picture 2">
            <a:extLst>
              <a:ext uri="{FF2B5EF4-FFF2-40B4-BE49-F238E27FC236}">
                <a16:creationId xmlns:a16="http://schemas.microsoft.com/office/drawing/2014/main" id="{654C0B01-5F17-C1E9-C935-1692FB8AA9B1}"/>
              </a:ext>
            </a:extLst>
          </p:cNvPr>
          <p:cNvPicPr>
            <a:picLocks noChangeAspect="1"/>
          </p:cNvPicPr>
          <p:nvPr/>
        </p:nvPicPr>
        <p:blipFill>
          <a:blip r:embed="rId2"/>
          <a:stretch>
            <a:fillRect/>
          </a:stretch>
        </p:blipFill>
        <p:spPr>
          <a:xfrm>
            <a:off x="525780" y="1412055"/>
            <a:ext cx="8092440" cy="2759580"/>
          </a:xfrm>
          <a:prstGeom prst="rect">
            <a:avLst/>
          </a:prstGeom>
        </p:spPr>
      </p:pic>
      <p:sp>
        <p:nvSpPr>
          <p:cNvPr id="7" name="Google Shape;330;p36">
            <a:extLst>
              <a:ext uri="{FF2B5EF4-FFF2-40B4-BE49-F238E27FC236}">
                <a16:creationId xmlns:a16="http://schemas.microsoft.com/office/drawing/2014/main" id="{9E41066A-3DF1-E083-1187-D483D6D1E936}"/>
              </a:ext>
            </a:extLst>
          </p:cNvPr>
          <p:cNvSpPr txBox="1">
            <a:spLocks/>
          </p:cNvSpPr>
          <p:nvPr/>
        </p:nvSpPr>
        <p:spPr>
          <a:xfrm>
            <a:off x="1519332" y="4213231"/>
            <a:ext cx="6105334" cy="34791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lgn="ctr"/>
            <a:r>
              <a:rPr lang="en-US" sz="1100" i="1" dirty="0"/>
              <a:t>Fig 4.2 Average Load by House of Day and Load Distribution by Hour</a:t>
            </a:r>
          </a:p>
        </p:txBody>
      </p:sp>
      <p:sp>
        <p:nvSpPr>
          <p:cNvPr id="2" name="Google Shape;330;p36">
            <a:extLst>
              <a:ext uri="{FF2B5EF4-FFF2-40B4-BE49-F238E27FC236}">
                <a16:creationId xmlns:a16="http://schemas.microsoft.com/office/drawing/2014/main" id="{2585288E-EE3D-4872-2F69-829E948F877A}"/>
              </a:ext>
            </a:extLst>
          </p:cNvPr>
          <p:cNvSpPr txBox="1">
            <a:spLocks/>
          </p:cNvSpPr>
          <p:nvPr/>
        </p:nvSpPr>
        <p:spPr>
          <a:xfrm>
            <a:off x="241332" y="4614412"/>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8 - </a:t>
            </a:r>
            <a:fld id="{1612EBDF-BBCF-4455-9CA4-C9C775D5C22A}" type="datetime1">
              <a:rPr lang="en-US" sz="1000" smtClean="0"/>
              <a:t>12/4/2025</a:t>
            </a:fld>
            <a:endParaRPr lang="en-US" sz="1000" dirty="0"/>
          </a:p>
        </p:txBody>
      </p:sp>
    </p:spTree>
    <p:extLst>
      <p:ext uri="{BB962C8B-B14F-4D97-AF65-F5344CB8AC3E}">
        <p14:creationId xmlns:p14="http://schemas.microsoft.com/office/powerpoint/2010/main" val="58422675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329;p36">
            <a:extLst>
              <a:ext uri="{FF2B5EF4-FFF2-40B4-BE49-F238E27FC236}">
                <a16:creationId xmlns:a16="http://schemas.microsoft.com/office/drawing/2014/main" id="{281DE8FA-0346-ADC1-8F40-D51890ED065A}"/>
              </a:ext>
            </a:extLst>
          </p:cNvPr>
          <p:cNvSpPr txBox="1">
            <a:spLocks noGrp="1"/>
          </p:cNvSpPr>
          <p:nvPr>
            <p:ph type="title"/>
          </p:nvPr>
        </p:nvSpPr>
        <p:spPr>
          <a:xfrm>
            <a:off x="1193195" y="390020"/>
            <a:ext cx="5067600" cy="55897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sz="2400" dirty="0"/>
              <a:t>Exploratory Data Analysis</a:t>
            </a:r>
            <a:endParaRPr sz="2400" dirty="0"/>
          </a:p>
        </p:txBody>
      </p:sp>
      <p:sp>
        <p:nvSpPr>
          <p:cNvPr id="5" name="Google Shape;331;p36">
            <a:extLst>
              <a:ext uri="{FF2B5EF4-FFF2-40B4-BE49-F238E27FC236}">
                <a16:creationId xmlns:a16="http://schemas.microsoft.com/office/drawing/2014/main" id="{306F827B-BD7A-F92B-F5B3-D222CF02F4F6}"/>
              </a:ext>
            </a:extLst>
          </p:cNvPr>
          <p:cNvSpPr txBox="1">
            <a:spLocks/>
          </p:cNvSpPr>
          <p:nvPr/>
        </p:nvSpPr>
        <p:spPr>
          <a:xfrm>
            <a:off x="241332" y="242085"/>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300" dirty="0">
                <a:solidFill>
                  <a:schemeClr val="lt1"/>
                </a:solidFill>
                <a:latin typeface="Figtree Black"/>
                <a:sym typeface="Figtree Black"/>
              </a:rPr>
              <a:t>4.2</a:t>
            </a:r>
            <a:endParaRPr lang="en" dirty="0"/>
          </a:p>
        </p:txBody>
      </p:sp>
      <p:pic>
        <p:nvPicPr>
          <p:cNvPr id="2" name="Picture 1">
            <a:extLst>
              <a:ext uri="{FF2B5EF4-FFF2-40B4-BE49-F238E27FC236}">
                <a16:creationId xmlns:a16="http://schemas.microsoft.com/office/drawing/2014/main" id="{A979F046-D1BF-DC5A-BC2B-2D23781197CE}"/>
              </a:ext>
            </a:extLst>
          </p:cNvPr>
          <p:cNvPicPr>
            <a:picLocks noChangeAspect="1"/>
          </p:cNvPicPr>
          <p:nvPr/>
        </p:nvPicPr>
        <p:blipFill>
          <a:blip r:embed="rId2"/>
          <a:stretch>
            <a:fillRect/>
          </a:stretch>
        </p:blipFill>
        <p:spPr>
          <a:xfrm>
            <a:off x="2327447" y="947085"/>
            <a:ext cx="4489106" cy="3737776"/>
          </a:xfrm>
          <a:prstGeom prst="rect">
            <a:avLst/>
          </a:prstGeom>
        </p:spPr>
      </p:pic>
      <p:sp>
        <p:nvSpPr>
          <p:cNvPr id="6" name="Google Shape;330;p36">
            <a:extLst>
              <a:ext uri="{FF2B5EF4-FFF2-40B4-BE49-F238E27FC236}">
                <a16:creationId xmlns:a16="http://schemas.microsoft.com/office/drawing/2014/main" id="{152BE196-3044-A667-898F-BAB693984E76}"/>
              </a:ext>
            </a:extLst>
          </p:cNvPr>
          <p:cNvSpPr txBox="1">
            <a:spLocks/>
          </p:cNvSpPr>
          <p:nvPr/>
        </p:nvSpPr>
        <p:spPr>
          <a:xfrm>
            <a:off x="1519333" y="4631560"/>
            <a:ext cx="6105334" cy="34791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lgn="ctr"/>
            <a:r>
              <a:rPr lang="en-US" sz="1100" i="1" dirty="0"/>
              <a:t>Fig 4.3 Feature Relationship and Average Load by Month</a:t>
            </a:r>
          </a:p>
        </p:txBody>
      </p:sp>
      <p:sp>
        <p:nvSpPr>
          <p:cNvPr id="3" name="Google Shape;330;p36">
            <a:extLst>
              <a:ext uri="{FF2B5EF4-FFF2-40B4-BE49-F238E27FC236}">
                <a16:creationId xmlns:a16="http://schemas.microsoft.com/office/drawing/2014/main" id="{FA6EC685-A0D8-00FC-364F-B5529FE87493}"/>
              </a:ext>
            </a:extLst>
          </p:cNvPr>
          <p:cNvSpPr txBox="1">
            <a:spLocks/>
          </p:cNvSpPr>
          <p:nvPr/>
        </p:nvSpPr>
        <p:spPr>
          <a:xfrm>
            <a:off x="241332" y="4614412"/>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9 - </a:t>
            </a:r>
            <a:fld id="{1612EBDF-BBCF-4455-9CA4-C9C775D5C22A}" type="datetime1">
              <a:rPr lang="en-US" sz="1000" smtClean="0"/>
              <a:t>12/4/2025</a:t>
            </a:fld>
            <a:endParaRPr lang="en-US" sz="1000" dirty="0"/>
          </a:p>
        </p:txBody>
      </p:sp>
    </p:spTree>
    <p:extLst>
      <p:ext uri="{BB962C8B-B14F-4D97-AF65-F5344CB8AC3E}">
        <p14:creationId xmlns:p14="http://schemas.microsoft.com/office/powerpoint/2010/main" val="22335228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329;p36">
            <a:extLst>
              <a:ext uri="{FF2B5EF4-FFF2-40B4-BE49-F238E27FC236}">
                <a16:creationId xmlns:a16="http://schemas.microsoft.com/office/drawing/2014/main" id="{281DE8FA-0346-ADC1-8F40-D51890ED065A}"/>
              </a:ext>
            </a:extLst>
          </p:cNvPr>
          <p:cNvSpPr txBox="1">
            <a:spLocks noGrp="1"/>
          </p:cNvSpPr>
          <p:nvPr>
            <p:ph type="title"/>
          </p:nvPr>
        </p:nvSpPr>
        <p:spPr>
          <a:xfrm>
            <a:off x="1193195" y="390020"/>
            <a:ext cx="5067600" cy="55897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US" sz="2400" dirty="0"/>
              <a:t>Exploratory Data Analysis</a:t>
            </a:r>
            <a:endParaRPr sz="2400" dirty="0"/>
          </a:p>
        </p:txBody>
      </p:sp>
      <p:sp>
        <p:nvSpPr>
          <p:cNvPr id="5" name="Google Shape;331;p36">
            <a:extLst>
              <a:ext uri="{FF2B5EF4-FFF2-40B4-BE49-F238E27FC236}">
                <a16:creationId xmlns:a16="http://schemas.microsoft.com/office/drawing/2014/main" id="{306F827B-BD7A-F92B-F5B3-D222CF02F4F6}"/>
              </a:ext>
            </a:extLst>
          </p:cNvPr>
          <p:cNvSpPr txBox="1">
            <a:spLocks/>
          </p:cNvSpPr>
          <p:nvPr/>
        </p:nvSpPr>
        <p:spPr>
          <a:xfrm>
            <a:off x="241332" y="242085"/>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300" dirty="0">
                <a:solidFill>
                  <a:schemeClr val="lt1"/>
                </a:solidFill>
                <a:latin typeface="Figtree Black"/>
                <a:sym typeface="Figtree Black"/>
              </a:rPr>
              <a:t>4.2</a:t>
            </a:r>
            <a:endParaRPr lang="en" dirty="0"/>
          </a:p>
        </p:txBody>
      </p:sp>
      <p:pic>
        <p:nvPicPr>
          <p:cNvPr id="6" name="Picture 5">
            <a:extLst>
              <a:ext uri="{FF2B5EF4-FFF2-40B4-BE49-F238E27FC236}">
                <a16:creationId xmlns:a16="http://schemas.microsoft.com/office/drawing/2014/main" id="{6ED6BF01-04D4-2C4D-C4BA-0A33642FC0FA}"/>
              </a:ext>
            </a:extLst>
          </p:cNvPr>
          <p:cNvPicPr>
            <a:picLocks noChangeAspect="1"/>
          </p:cNvPicPr>
          <p:nvPr/>
        </p:nvPicPr>
        <p:blipFill>
          <a:blip r:embed="rId2"/>
          <a:stretch>
            <a:fillRect/>
          </a:stretch>
        </p:blipFill>
        <p:spPr>
          <a:xfrm>
            <a:off x="2450823" y="1080798"/>
            <a:ext cx="3809972" cy="3479628"/>
          </a:xfrm>
          <a:prstGeom prst="rect">
            <a:avLst/>
          </a:prstGeom>
        </p:spPr>
      </p:pic>
      <p:sp>
        <p:nvSpPr>
          <p:cNvPr id="9" name="Google Shape;330;p36">
            <a:extLst>
              <a:ext uri="{FF2B5EF4-FFF2-40B4-BE49-F238E27FC236}">
                <a16:creationId xmlns:a16="http://schemas.microsoft.com/office/drawing/2014/main" id="{FECCA8D5-9DA8-F732-BC73-F2CF1512F284}"/>
              </a:ext>
            </a:extLst>
          </p:cNvPr>
          <p:cNvSpPr txBox="1">
            <a:spLocks/>
          </p:cNvSpPr>
          <p:nvPr/>
        </p:nvSpPr>
        <p:spPr>
          <a:xfrm>
            <a:off x="1519333" y="4579522"/>
            <a:ext cx="6105334" cy="34791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lgn="ctr"/>
            <a:r>
              <a:rPr lang="en-US" sz="1100" i="1" dirty="0"/>
              <a:t>Fig 4.4 Feature Correlation Matrix</a:t>
            </a:r>
          </a:p>
        </p:txBody>
      </p:sp>
      <p:sp>
        <p:nvSpPr>
          <p:cNvPr id="2" name="Google Shape;330;p36">
            <a:extLst>
              <a:ext uri="{FF2B5EF4-FFF2-40B4-BE49-F238E27FC236}">
                <a16:creationId xmlns:a16="http://schemas.microsoft.com/office/drawing/2014/main" id="{0910999F-B6F2-F1DE-6753-98D60AF5B2BC}"/>
              </a:ext>
            </a:extLst>
          </p:cNvPr>
          <p:cNvSpPr txBox="1">
            <a:spLocks/>
          </p:cNvSpPr>
          <p:nvPr/>
        </p:nvSpPr>
        <p:spPr>
          <a:xfrm>
            <a:off x="237629" y="4614412"/>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10 - </a:t>
            </a:r>
            <a:fld id="{1612EBDF-BBCF-4455-9CA4-C9C775D5C22A}" type="datetime1">
              <a:rPr lang="en-US" sz="1000" smtClean="0"/>
              <a:t>12/4/2025</a:t>
            </a:fld>
            <a:endParaRPr lang="en-US" sz="1000" dirty="0"/>
          </a:p>
        </p:txBody>
      </p:sp>
    </p:spTree>
    <p:extLst>
      <p:ext uri="{BB962C8B-B14F-4D97-AF65-F5344CB8AC3E}">
        <p14:creationId xmlns:p14="http://schemas.microsoft.com/office/powerpoint/2010/main" val="4772733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6A63FCD0-6BCE-8A3E-7E88-F80D7F452C51}"/>
              </a:ext>
            </a:extLst>
          </p:cNvPr>
          <p:cNvSpPr>
            <a:spLocks noGrp="1"/>
          </p:cNvSpPr>
          <p:nvPr>
            <p:ph type="subTitle" idx="1"/>
          </p:nvPr>
        </p:nvSpPr>
        <p:spPr/>
        <p:txBody>
          <a:bodyPr/>
          <a:lstStyle/>
          <a:p>
            <a:r>
              <a:rPr lang="en-US" sz="1800" dirty="0"/>
              <a:t>LSTM (Long Short-Term Memory)</a:t>
            </a:r>
          </a:p>
          <a:p>
            <a:r>
              <a:rPr lang="en-US" sz="1800" dirty="0"/>
              <a:t>GRU (Gated Recurrent Unit )</a:t>
            </a:r>
          </a:p>
          <a:p>
            <a:r>
              <a:rPr lang="en-US" sz="1800" dirty="0"/>
              <a:t>MLP (Multilayer Perceptron)</a:t>
            </a:r>
          </a:p>
        </p:txBody>
      </p:sp>
      <p:sp>
        <p:nvSpPr>
          <p:cNvPr id="4" name="Subtitle 3">
            <a:extLst>
              <a:ext uri="{FF2B5EF4-FFF2-40B4-BE49-F238E27FC236}">
                <a16:creationId xmlns:a16="http://schemas.microsoft.com/office/drawing/2014/main" id="{75DC2068-95DB-BF48-34EE-B81824B9F0CF}"/>
              </a:ext>
            </a:extLst>
          </p:cNvPr>
          <p:cNvSpPr>
            <a:spLocks noGrp="1"/>
          </p:cNvSpPr>
          <p:nvPr>
            <p:ph type="subTitle" idx="2"/>
          </p:nvPr>
        </p:nvSpPr>
        <p:spPr/>
        <p:txBody>
          <a:bodyPr/>
          <a:lstStyle/>
          <a:p>
            <a:r>
              <a:rPr lang="en-US" sz="1800" dirty="0" err="1"/>
              <a:t>XGboost</a:t>
            </a:r>
            <a:endParaRPr lang="en-US" sz="1800" dirty="0"/>
          </a:p>
          <a:p>
            <a:r>
              <a:rPr lang="en-US" sz="1800" dirty="0"/>
              <a:t>Random Forest</a:t>
            </a:r>
          </a:p>
          <a:p>
            <a:r>
              <a:rPr lang="en-US" sz="1800" dirty="0"/>
              <a:t>Gradient Boosting</a:t>
            </a:r>
          </a:p>
          <a:p>
            <a:r>
              <a:rPr lang="en-US" sz="1800" dirty="0"/>
              <a:t>SVR (Support Vector Regression)</a:t>
            </a:r>
          </a:p>
          <a:p>
            <a:r>
              <a:rPr lang="en-US" sz="1800" dirty="0"/>
              <a:t>Ridge Regression</a:t>
            </a:r>
          </a:p>
          <a:p>
            <a:r>
              <a:rPr lang="en-US" sz="1800" dirty="0"/>
              <a:t>Linear Regression</a:t>
            </a:r>
          </a:p>
          <a:p>
            <a:endParaRPr lang="en-US" sz="1800" dirty="0"/>
          </a:p>
        </p:txBody>
      </p:sp>
      <p:sp>
        <p:nvSpPr>
          <p:cNvPr id="5" name="Subtitle 4">
            <a:extLst>
              <a:ext uri="{FF2B5EF4-FFF2-40B4-BE49-F238E27FC236}">
                <a16:creationId xmlns:a16="http://schemas.microsoft.com/office/drawing/2014/main" id="{5FA7A0E5-6EF5-7DF5-5D11-32173931A7BB}"/>
              </a:ext>
            </a:extLst>
          </p:cNvPr>
          <p:cNvSpPr>
            <a:spLocks noGrp="1"/>
          </p:cNvSpPr>
          <p:nvPr>
            <p:ph type="subTitle" idx="3"/>
          </p:nvPr>
        </p:nvSpPr>
        <p:spPr/>
        <p:txBody>
          <a:bodyPr/>
          <a:lstStyle/>
          <a:p>
            <a:r>
              <a:rPr lang="en-US" dirty="0"/>
              <a:t>Machine Learning Models</a:t>
            </a:r>
          </a:p>
        </p:txBody>
      </p:sp>
      <p:sp>
        <p:nvSpPr>
          <p:cNvPr id="6" name="Subtitle 5">
            <a:extLst>
              <a:ext uri="{FF2B5EF4-FFF2-40B4-BE49-F238E27FC236}">
                <a16:creationId xmlns:a16="http://schemas.microsoft.com/office/drawing/2014/main" id="{B3F0AB4E-71D1-6F19-EFA3-1516DDAB5918}"/>
              </a:ext>
            </a:extLst>
          </p:cNvPr>
          <p:cNvSpPr>
            <a:spLocks noGrp="1"/>
          </p:cNvSpPr>
          <p:nvPr>
            <p:ph type="subTitle" idx="4"/>
          </p:nvPr>
        </p:nvSpPr>
        <p:spPr/>
        <p:txBody>
          <a:bodyPr/>
          <a:lstStyle/>
          <a:p>
            <a:r>
              <a:rPr lang="en-US" dirty="0"/>
              <a:t>Deep Learning Model</a:t>
            </a:r>
          </a:p>
        </p:txBody>
      </p:sp>
      <p:sp>
        <p:nvSpPr>
          <p:cNvPr id="7" name="Google Shape;329;p36">
            <a:extLst>
              <a:ext uri="{FF2B5EF4-FFF2-40B4-BE49-F238E27FC236}">
                <a16:creationId xmlns:a16="http://schemas.microsoft.com/office/drawing/2014/main" id="{BFE1BF81-4654-B512-0EDA-17498BF909C3}"/>
              </a:ext>
            </a:extLst>
          </p:cNvPr>
          <p:cNvSpPr txBox="1">
            <a:spLocks/>
          </p:cNvSpPr>
          <p:nvPr/>
        </p:nvSpPr>
        <p:spPr>
          <a:xfrm>
            <a:off x="1193195" y="390020"/>
            <a:ext cx="5067600" cy="55897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Figtree Black"/>
              <a:buNone/>
              <a:defRPr sz="2800" b="0" i="0" u="none" strike="noStrike" cap="none">
                <a:solidFill>
                  <a:schemeClr val="dk1"/>
                </a:solidFill>
                <a:latin typeface="Figtree Black"/>
                <a:ea typeface="Figtree Black"/>
                <a:cs typeface="Figtree Black"/>
                <a:sym typeface="Figtree Black"/>
              </a:defRPr>
            </a:lvl1pPr>
            <a:lvl2pPr marR="0" lvl="1"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2pPr>
            <a:lvl3pPr marR="0" lvl="2"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3pPr>
            <a:lvl4pPr marR="0" lvl="3"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4pPr>
            <a:lvl5pPr marR="0" lvl="4"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5pPr>
            <a:lvl6pPr marR="0" lvl="5"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6pPr>
            <a:lvl7pPr marR="0" lvl="6"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7pPr>
            <a:lvl8pPr marR="0" lvl="7"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8pPr>
            <a:lvl9pPr marR="0" lvl="8"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9pPr>
          </a:lstStyle>
          <a:p>
            <a:r>
              <a:rPr lang="en-US" sz="2400" dirty="0"/>
              <a:t>Model Development &amp; Training </a:t>
            </a:r>
          </a:p>
        </p:txBody>
      </p:sp>
      <p:sp>
        <p:nvSpPr>
          <p:cNvPr id="8" name="Google Shape;331;p36">
            <a:extLst>
              <a:ext uri="{FF2B5EF4-FFF2-40B4-BE49-F238E27FC236}">
                <a16:creationId xmlns:a16="http://schemas.microsoft.com/office/drawing/2014/main" id="{82295662-F4E9-868D-B117-C87B48D2A093}"/>
              </a:ext>
            </a:extLst>
          </p:cNvPr>
          <p:cNvSpPr txBox="1">
            <a:spLocks/>
          </p:cNvSpPr>
          <p:nvPr/>
        </p:nvSpPr>
        <p:spPr>
          <a:xfrm>
            <a:off x="241332" y="242085"/>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300" dirty="0">
                <a:solidFill>
                  <a:schemeClr val="lt1"/>
                </a:solidFill>
                <a:latin typeface="Figtree Black"/>
                <a:sym typeface="Figtree Black"/>
              </a:rPr>
              <a:t>4.3</a:t>
            </a:r>
            <a:endParaRPr lang="en" dirty="0"/>
          </a:p>
        </p:txBody>
      </p:sp>
      <p:sp>
        <p:nvSpPr>
          <p:cNvPr id="2" name="Google Shape;330;p36">
            <a:extLst>
              <a:ext uri="{FF2B5EF4-FFF2-40B4-BE49-F238E27FC236}">
                <a16:creationId xmlns:a16="http://schemas.microsoft.com/office/drawing/2014/main" id="{3BEF8273-8335-F950-3CBE-3B2963C787B3}"/>
              </a:ext>
            </a:extLst>
          </p:cNvPr>
          <p:cNvSpPr txBox="1">
            <a:spLocks/>
          </p:cNvSpPr>
          <p:nvPr/>
        </p:nvSpPr>
        <p:spPr>
          <a:xfrm>
            <a:off x="241332" y="4614412"/>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11 - </a:t>
            </a:r>
            <a:fld id="{1612EBDF-BBCF-4455-9CA4-C9C775D5C22A}" type="datetime1">
              <a:rPr lang="en-US" sz="1000" smtClean="0"/>
              <a:t>12/4/2025</a:t>
            </a:fld>
            <a:endParaRPr lang="en-US" sz="1000" dirty="0"/>
          </a:p>
        </p:txBody>
      </p:sp>
    </p:spTree>
    <p:extLst>
      <p:ext uri="{BB962C8B-B14F-4D97-AF65-F5344CB8AC3E}">
        <p14:creationId xmlns:p14="http://schemas.microsoft.com/office/powerpoint/2010/main" val="95797091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Google Shape;329;p36">
            <a:extLst>
              <a:ext uri="{FF2B5EF4-FFF2-40B4-BE49-F238E27FC236}">
                <a16:creationId xmlns:a16="http://schemas.microsoft.com/office/drawing/2014/main" id="{BFE1BF81-4654-B512-0EDA-17498BF909C3}"/>
              </a:ext>
            </a:extLst>
          </p:cNvPr>
          <p:cNvSpPr txBox="1">
            <a:spLocks/>
          </p:cNvSpPr>
          <p:nvPr/>
        </p:nvSpPr>
        <p:spPr>
          <a:xfrm>
            <a:off x="1185575" y="233540"/>
            <a:ext cx="5067600" cy="55897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Figtree Black"/>
              <a:buNone/>
              <a:defRPr sz="2800" b="0" i="0" u="none" strike="noStrike" cap="none">
                <a:solidFill>
                  <a:schemeClr val="dk1"/>
                </a:solidFill>
                <a:latin typeface="Figtree Black"/>
                <a:ea typeface="Figtree Black"/>
                <a:cs typeface="Figtree Black"/>
                <a:sym typeface="Figtree Black"/>
              </a:defRPr>
            </a:lvl1pPr>
            <a:lvl2pPr marR="0" lvl="1"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2pPr>
            <a:lvl3pPr marR="0" lvl="2"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3pPr>
            <a:lvl4pPr marR="0" lvl="3"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4pPr>
            <a:lvl5pPr marR="0" lvl="4"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5pPr>
            <a:lvl6pPr marR="0" lvl="5"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6pPr>
            <a:lvl7pPr marR="0" lvl="6"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7pPr>
            <a:lvl8pPr marR="0" lvl="7"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8pPr>
            <a:lvl9pPr marR="0" lvl="8"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9pPr>
          </a:lstStyle>
          <a:p>
            <a:r>
              <a:rPr lang="en-US" sz="2400" dirty="0"/>
              <a:t>Performance Evaluation</a:t>
            </a:r>
          </a:p>
        </p:txBody>
      </p:sp>
      <p:sp>
        <p:nvSpPr>
          <p:cNvPr id="8" name="Google Shape;331;p36">
            <a:extLst>
              <a:ext uri="{FF2B5EF4-FFF2-40B4-BE49-F238E27FC236}">
                <a16:creationId xmlns:a16="http://schemas.microsoft.com/office/drawing/2014/main" id="{82295662-F4E9-868D-B117-C87B48D2A093}"/>
              </a:ext>
            </a:extLst>
          </p:cNvPr>
          <p:cNvSpPr txBox="1">
            <a:spLocks/>
          </p:cNvSpPr>
          <p:nvPr/>
        </p:nvSpPr>
        <p:spPr>
          <a:xfrm>
            <a:off x="241332" y="242085"/>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000" dirty="0">
                <a:solidFill>
                  <a:schemeClr val="lt1"/>
                </a:solidFill>
                <a:latin typeface="Figtree Black"/>
                <a:sym typeface="Figtree Black"/>
              </a:rPr>
              <a:t>4.4</a:t>
            </a:r>
            <a:endParaRPr lang="en" sz="3000" dirty="0"/>
          </a:p>
        </p:txBody>
      </p:sp>
      <p:sp>
        <p:nvSpPr>
          <p:cNvPr id="17" name="Subtitle 4">
            <a:extLst>
              <a:ext uri="{FF2B5EF4-FFF2-40B4-BE49-F238E27FC236}">
                <a16:creationId xmlns:a16="http://schemas.microsoft.com/office/drawing/2014/main" id="{5F787465-7631-8DA9-23CC-13A5225FDFD9}"/>
              </a:ext>
            </a:extLst>
          </p:cNvPr>
          <p:cNvSpPr txBox="1">
            <a:spLocks/>
          </p:cNvSpPr>
          <p:nvPr/>
        </p:nvSpPr>
        <p:spPr>
          <a:xfrm>
            <a:off x="1065732" y="766335"/>
            <a:ext cx="3772800" cy="3615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2400"/>
              <a:buFont typeface="Figtree Black"/>
              <a:buNone/>
              <a:defRPr sz="1900" b="0" i="0" u="none" strike="noStrike" cap="none">
                <a:solidFill>
                  <a:schemeClr val="dk1"/>
                </a:solidFill>
                <a:latin typeface="Figtree Black"/>
                <a:ea typeface="Figtree Black"/>
                <a:cs typeface="Figtree Black"/>
                <a:sym typeface="Figtree Black"/>
              </a:defRPr>
            </a:lvl1pPr>
            <a:lvl2pPr marL="914400" marR="0" lvl="1"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2pPr>
            <a:lvl3pPr marL="1371600" marR="0" lvl="2"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3pPr>
            <a:lvl4pPr marL="1828800" marR="0" lvl="3"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4pPr>
            <a:lvl5pPr marL="2286000" marR="0" lvl="4"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5pPr>
            <a:lvl6pPr marL="2743200" marR="0" lvl="5"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6pPr>
            <a:lvl7pPr marL="3200400" marR="0" lvl="6"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7pPr>
            <a:lvl8pPr marL="3657600" marR="0" lvl="7"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8pPr>
            <a:lvl9pPr marL="4114800" marR="0" lvl="8"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9pPr>
          </a:lstStyle>
          <a:p>
            <a:r>
              <a:rPr lang="en-US" sz="1600" dirty="0"/>
              <a:t>Machine Learning Models</a:t>
            </a:r>
          </a:p>
        </p:txBody>
      </p:sp>
      <p:pic>
        <p:nvPicPr>
          <p:cNvPr id="18" name="Picture 17">
            <a:extLst>
              <a:ext uri="{FF2B5EF4-FFF2-40B4-BE49-F238E27FC236}">
                <a16:creationId xmlns:a16="http://schemas.microsoft.com/office/drawing/2014/main" id="{DBDCCCB6-A9EB-A18E-EE97-0983DCF98E59}"/>
              </a:ext>
            </a:extLst>
          </p:cNvPr>
          <p:cNvPicPr>
            <a:picLocks noChangeAspect="1"/>
          </p:cNvPicPr>
          <p:nvPr/>
        </p:nvPicPr>
        <p:blipFill>
          <a:blip r:embed="rId2"/>
          <a:stretch>
            <a:fillRect/>
          </a:stretch>
        </p:blipFill>
        <p:spPr>
          <a:xfrm>
            <a:off x="1292985" y="1127835"/>
            <a:ext cx="6319768" cy="3497244"/>
          </a:xfrm>
          <a:prstGeom prst="rect">
            <a:avLst/>
          </a:prstGeom>
        </p:spPr>
      </p:pic>
      <p:sp>
        <p:nvSpPr>
          <p:cNvPr id="20" name="Google Shape;330;p36">
            <a:extLst>
              <a:ext uri="{FF2B5EF4-FFF2-40B4-BE49-F238E27FC236}">
                <a16:creationId xmlns:a16="http://schemas.microsoft.com/office/drawing/2014/main" id="{BE4512C0-565F-DD97-9B36-8683C970CED3}"/>
              </a:ext>
            </a:extLst>
          </p:cNvPr>
          <p:cNvSpPr txBox="1">
            <a:spLocks/>
          </p:cNvSpPr>
          <p:nvPr/>
        </p:nvSpPr>
        <p:spPr>
          <a:xfrm>
            <a:off x="1519333" y="4608700"/>
            <a:ext cx="6105334" cy="34791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lgn="ctr"/>
            <a:r>
              <a:rPr lang="en-US" sz="1100" i="1" dirty="0"/>
              <a:t>Fig 4.5 Machine Learning Models Evaluation Results</a:t>
            </a:r>
          </a:p>
        </p:txBody>
      </p:sp>
      <p:sp>
        <p:nvSpPr>
          <p:cNvPr id="2" name="Google Shape;330;p36">
            <a:extLst>
              <a:ext uri="{FF2B5EF4-FFF2-40B4-BE49-F238E27FC236}">
                <a16:creationId xmlns:a16="http://schemas.microsoft.com/office/drawing/2014/main" id="{3605E2E3-F914-967A-7014-629E266B9244}"/>
              </a:ext>
            </a:extLst>
          </p:cNvPr>
          <p:cNvSpPr txBox="1">
            <a:spLocks/>
          </p:cNvSpPr>
          <p:nvPr/>
        </p:nvSpPr>
        <p:spPr>
          <a:xfrm>
            <a:off x="241332" y="4608700"/>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12 - </a:t>
            </a:r>
            <a:fld id="{1612EBDF-BBCF-4455-9CA4-C9C775D5C22A}" type="datetime1">
              <a:rPr lang="en-US" sz="1000" smtClean="0"/>
              <a:t>12/4/2025</a:t>
            </a:fld>
            <a:endParaRPr lang="en-US" sz="1000" dirty="0"/>
          </a:p>
        </p:txBody>
      </p:sp>
    </p:spTree>
    <p:extLst>
      <p:ext uri="{BB962C8B-B14F-4D97-AF65-F5344CB8AC3E}">
        <p14:creationId xmlns:p14="http://schemas.microsoft.com/office/powerpoint/2010/main" val="386527726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Google Shape;329;p36">
            <a:extLst>
              <a:ext uri="{FF2B5EF4-FFF2-40B4-BE49-F238E27FC236}">
                <a16:creationId xmlns:a16="http://schemas.microsoft.com/office/drawing/2014/main" id="{BFE1BF81-4654-B512-0EDA-17498BF909C3}"/>
              </a:ext>
            </a:extLst>
          </p:cNvPr>
          <p:cNvSpPr txBox="1">
            <a:spLocks/>
          </p:cNvSpPr>
          <p:nvPr/>
        </p:nvSpPr>
        <p:spPr>
          <a:xfrm>
            <a:off x="1193195" y="390020"/>
            <a:ext cx="5067600" cy="55897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Figtree Black"/>
              <a:buNone/>
              <a:defRPr sz="2800" b="0" i="0" u="none" strike="noStrike" cap="none">
                <a:solidFill>
                  <a:schemeClr val="dk1"/>
                </a:solidFill>
                <a:latin typeface="Figtree Black"/>
                <a:ea typeface="Figtree Black"/>
                <a:cs typeface="Figtree Black"/>
                <a:sym typeface="Figtree Black"/>
              </a:defRPr>
            </a:lvl1pPr>
            <a:lvl2pPr marR="0" lvl="1"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2pPr>
            <a:lvl3pPr marR="0" lvl="2"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3pPr>
            <a:lvl4pPr marR="0" lvl="3"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4pPr>
            <a:lvl5pPr marR="0" lvl="4"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5pPr>
            <a:lvl6pPr marR="0" lvl="5"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6pPr>
            <a:lvl7pPr marR="0" lvl="6"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7pPr>
            <a:lvl8pPr marR="0" lvl="7"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8pPr>
            <a:lvl9pPr marR="0" lvl="8"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9pPr>
          </a:lstStyle>
          <a:p>
            <a:r>
              <a:rPr lang="en-US" sz="2400" dirty="0"/>
              <a:t>Performance Evaluation</a:t>
            </a:r>
          </a:p>
        </p:txBody>
      </p:sp>
      <p:sp>
        <p:nvSpPr>
          <p:cNvPr id="8" name="Google Shape;331;p36">
            <a:extLst>
              <a:ext uri="{FF2B5EF4-FFF2-40B4-BE49-F238E27FC236}">
                <a16:creationId xmlns:a16="http://schemas.microsoft.com/office/drawing/2014/main" id="{82295662-F4E9-868D-B117-C87B48D2A093}"/>
              </a:ext>
            </a:extLst>
          </p:cNvPr>
          <p:cNvSpPr txBox="1">
            <a:spLocks/>
          </p:cNvSpPr>
          <p:nvPr/>
        </p:nvSpPr>
        <p:spPr>
          <a:xfrm>
            <a:off x="241332" y="242085"/>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000" dirty="0">
                <a:solidFill>
                  <a:schemeClr val="lt1"/>
                </a:solidFill>
                <a:latin typeface="Figtree Black"/>
                <a:sym typeface="Figtree Black"/>
              </a:rPr>
              <a:t>4.4</a:t>
            </a:r>
            <a:endParaRPr lang="en" sz="3000" dirty="0"/>
          </a:p>
        </p:txBody>
      </p:sp>
      <p:sp>
        <p:nvSpPr>
          <p:cNvPr id="17" name="Subtitle 4">
            <a:extLst>
              <a:ext uri="{FF2B5EF4-FFF2-40B4-BE49-F238E27FC236}">
                <a16:creationId xmlns:a16="http://schemas.microsoft.com/office/drawing/2014/main" id="{5F787465-7631-8DA9-23CC-13A5225FDFD9}"/>
              </a:ext>
            </a:extLst>
          </p:cNvPr>
          <p:cNvSpPr txBox="1">
            <a:spLocks/>
          </p:cNvSpPr>
          <p:nvPr/>
        </p:nvSpPr>
        <p:spPr>
          <a:xfrm>
            <a:off x="1065732" y="947085"/>
            <a:ext cx="3772800" cy="3615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2400"/>
              <a:buFont typeface="Figtree Black"/>
              <a:buNone/>
              <a:defRPr sz="1900" b="0" i="0" u="none" strike="noStrike" cap="none">
                <a:solidFill>
                  <a:schemeClr val="dk1"/>
                </a:solidFill>
                <a:latin typeface="Figtree Black"/>
                <a:ea typeface="Figtree Black"/>
                <a:cs typeface="Figtree Black"/>
                <a:sym typeface="Figtree Black"/>
              </a:defRPr>
            </a:lvl1pPr>
            <a:lvl2pPr marL="914400" marR="0" lvl="1"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2pPr>
            <a:lvl3pPr marL="1371600" marR="0" lvl="2"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3pPr>
            <a:lvl4pPr marL="1828800" marR="0" lvl="3"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4pPr>
            <a:lvl5pPr marL="2286000" marR="0" lvl="4"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5pPr>
            <a:lvl6pPr marL="2743200" marR="0" lvl="5"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6pPr>
            <a:lvl7pPr marL="3200400" marR="0" lvl="6"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7pPr>
            <a:lvl8pPr marL="3657600" marR="0" lvl="7"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8pPr>
            <a:lvl9pPr marL="4114800" marR="0" lvl="8"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9pPr>
          </a:lstStyle>
          <a:p>
            <a:r>
              <a:rPr lang="en-US" sz="1600" dirty="0"/>
              <a:t>Machine Learning Models</a:t>
            </a:r>
          </a:p>
        </p:txBody>
      </p:sp>
      <p:pic>
        <p:nvPicPr>
          <p:cNvPr id="2" name="Picture 1">
            <a:extLst>
              <a:ext uri="{FF2B5EF4-FFF2-40B4-BE49-F238E27FC236}">
                <a16:creationId xmlns:a16="http://schemas.microsoft.com/office/drawing/2014/main" id="{A81CF34D-0CEC-8065-62CB-E03DCDC6A593}"/>
              </a:ext>
            </a:extLst>
          </p:cNvPr>
          <p:cNvPicPr>
            <a:picLocks noChangeAspect="1"/>
          </p:cNvPicPr>
          <p:nvPr/>
        </p:nvPicPr>
        <p:blipFill rotWithShape="1">
          <a:blip r:embed="rId2">
            <a:extLst>
              <a:ext uri="{28A0092B-C50C-407E-A947-70E740481C1C}">
                <a14:useLocalDpi xmlns:a14="http://schemas.microsoft.com/office/drawing/2010/main" val="0"/>
              </a:ext>
            </a:extLst>
          </a:blip>
          <a:srcRect b="47011"/>
          <a:stretch/>
        </p:blipFill>
        <p:spPr bwMode="auto">
          <a:xfrm>
            <a:off x="1305720" y="1382821"/>
            <a:ext cx="7065623" cy="2888432"/>
          </a:xfrm>
          <a:prstGeom prst="rect">
            <a:avLst/>
          </a:prstGeom>
          <a:noFill/>
          <a:ln>
            <a:noFill/>
          </a:ln>
          <a:extLst>
            <a:ext uri="{53640926-AAD7-44D8-BBD7-CCE9431645EC}">
              <a14:shadowObscured xmlns:a14="http://schemas.microsoft.com/office/drawing/2010/main"/>
            </a:ext>
          </a:extLst>
        </p:spPr>
      </p:pic>
      <p:sp>
        <p:nvSpPr>
          <p:cNvPr id="4" name="Google Shape;330;p36">
            <a:extLst>
              <a:ext uri="{FF2B5EF4-FFF2-40B4-BE49-F238E27FC236}">
                <a16:creationId xmlns:a16="http://schemas.microsoft.com/office/drawing/2014/main" id="{7388DC6E-F92C-B51C-6A87-B1B79DAC7183}"/>
              </a:ext>
            </a:extLst>
          </p:cNvPr>
          <p:cNvSpPr txBox="1">
            <a:spLocks/>
          </p:cNvSpPr>
          <p:nvPr/>
        </p:nvSpPr>
        <p:spPr>
          <a:xfrm>
            <a:off x="1785864" y="4357168"/>
            <a:ext cx="6105334" cy="34791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lgn="ctr"/>
            <a:r>
              <a:rPr lang="en-US" sz="1100" i="1" dirty="0"/>
              <a:t>Fig 4.6 Machine Learning Models Actual vs Predicted Load</a:t>
            </a:r>
          </a:p>
        </p:txBody>
      </p:sp>
      <p:sp>
        <p:nvSpPr>
          <p:cNvPr id="3" name="Google Shape;330;p36">
            <a:extLst>
              <a:ext uri="{FF2B5EF4-FFF2-40B4-BE49-F238E27FC236}">
                <a16:creationId xmlns:a16="http://schemas.microsoft.com/office/drawing/2014/main" id="{FDDEB11C-7361-7542-8C1F-779AF4CC53DA}"/>
              </a:ext>
            </a:extLst>
          </p:cNvPr>
          <p:cNvSpPr txBox="1">
            <a:spLocks/>
          </p:cNvSpPr>
          <p:nvPr/>
        </p:nvSpPr>
        <p:spPr>
          <a:xfrm>
            <a:off x="241332" y="4614412"/>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13 - </a:t>
            </a:r>
            <a:fld id="{1612EBDF-BBCF-4455-9CA4-C9C775D5C22A}" type="datetime1">
              <a:rPr lang="en-US" sz="1000" smtClean="0"/>
              <a:t>12/4/2025</a:t>
            </a:fld>
            <a:endParaRPr lang="en-US" sz="1000" dirty="0"/>
          </a:p>
        </p:txBody>
      </p:sp>
    </p:spTree>
    <p:extLst>
      <p:ext uri="{BB962C8B-B14F-4D97-AF65-F5344CB8AC3E}">
        <p14:creationId xmlns:p14="http://schemas.microsoft.com/office/powerpoint/2010/main" val="16558135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Google Shape;329;p36">
            <a:extLst>
              <a:ext uri="{FF2B5EF4-FFF2-40B4-BE49-F238E27FC236}">
                <a16:creationId xmlns:a16="http://schemas.microsoft.com/office/drawing/2014/main" id="{BFE1BF81-4654-B512-0EDA-17498BF909C3}"/>
              </a:ext>
            </a:extLst>
          </p:cNvPr>
          <p:cNvSpPr txBox="1">
            <a:spLocks/>
          </p:cNvSpPr>
          <p:nvPr/>
        </p:nvSpPr>
        <p:spPr>
          <a:xfrm>
            <a:off x="1193195" y="390020"/>
            <a:ext cx="5067600" cy="55897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Figtree Black"/>
              <a:buNone/>
              <a:defRPr sz="2800" b="0" i="0" u="none" strike="noStrike" cap="none">
                <a:solidFill>
                  <a:schemeClr val="dk1"/>
                </a:solidFill>
                <a:latin typeface="Figtree Black"/>
                <a:ea typeface="Figtree Black"/>
                <a:cs typeface="Figtree Black"/>
                <a:sym typeface="Figtree Black"/>
              </a:defRPr>
            </a:lvl1pPr>
            <a:lvl2pPr marR="0" lvl="1"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2pPr>
            <a:lvl3pPr marR="0" lvl="2"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3pPr>
            <a:lvl4pPr marR="0" lvl="3"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4pPr>
            <a:lvl5pPr marR="0" lvl="4"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5pPr>
            <a:lvl6pPr marR="0" lvl="5"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6pPr>
            <a:lvl7pPr marR="0" lvl="6"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7pPr>
            <a:lvl8pPr marR="0" lvl="7"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8pPr>
            <a:lvl9pPr marR="0" lvl="8"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9pPr>
          </a:lstStyle>
          <a:p>
            <a:r>
              <a:rPr lang="en-US" sz="2400" dirty="0"/>
              <a:t>Performance Evaluation</a:t>
            </a:r>
          </a:p>
        </p:txBody>
      </p:sp>
      <p:sp>
        <p:nvSpPr>
          <p:cNvPr id="8" name="Google Shape;331;p36">
            <a:extLst>
              <a:ext uri="{FF2B5EF4-FFF2-40B4-BE49-F238E27FC236}">
                <a16:creationId xmlns:a16="http://schemas.microsoft.com/office/drawing/2014/main" id="{82295662-F4E9-868D-B117-C87B48D2A093}"/>
              </a:ext>
            </a:extLst>
          </p:cNvPr>
          <p:cNvSpPr txBox="1">
            <a:spLocks/>
          </p:cNvSpPr>
          <p:nvPr/>
        </p:nvSpPr>
        <p:spPr>
          <a:xfrm>
            <a:off x="241332" y="242085"/>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000" dirty="0">
                <a:solidFill>
                  <a:schemeClr val="lt1"/>
                </a:solidFill>
                <a:latin typeface="Figtree Black"/>
                <a:sym typeface="Figtree Black"/>
              </a:rPr>
              <a:t>4.4</a:t>
            </a:r>
            <a:endParaRPr lang="en" sz="3000" dirty="0"/>
          </a:p>
        </p:txBody>
      </p:sp>
      <p:sp>
        <p:nvSpPr>
          <p:cNvPr id="17" name="Subtitle 4">
            <a:extLst>
              <a:ext uri="{FF2B5EF4-FFF2-40B4-BE49-F238E27FC236}">
                <a16:creationId xmlns:a16="http://schemas.microsoft.com/office/drawing/2014/main" id="{5F787465-7631-8DA9-23CC-13A5225FDFD9}"/>
              </a:ext>
            </a:extLst>
          </p:cNvPr>
          <p:cNvSpPr txBox="1">
            <a:spLocks/>
          </p:cNvSpPr>
          <p:nvPr/>
        </p:nvSpPr>
        <p:spPr>
          <a:xfrm>
            <a:off x="1065732" y="1008045"/>
            <a:ext cx="3772800" cy="3615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2400"/>
              <a:buFont typeface="Figtree Black"/>
              <a:buNone/>
              <a:defRPr sz="1900" b="0" i="0" u="none" strike="noStrike" cap="none">
                <a:solidFill>
                  <a:schemeClr val="dk1"/>
                </a:solidFill>
                <a:latin typeface="Figtree Black"/>
                <a:ea typeface="Figtree Black"/>
                <a:cs typeface="Figtree Black"/>
                <a:sym typeface="Figtree Black"/>
              </a:defRPr>
            </a:lvl1pPr>
            <a:lvl2pPr marL="914400" marR="0" lvl="1"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2pPr>
            <a:lvl3pPr marL="1371600" marR="0" lvl="2"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3pPr>
            <a:lvl4pPr marL="1828800" marR="0" lvl="3"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4pPr>
            <a:lvl5pPr marL="2286000" marR="0" lvl="4"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5pPr>
            <a:lvl6pPr marL="2743200" marR="0" lvl="5"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6pPr>
            <a:lvl7pPr marL="3200400" marR="0" lvl="6"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7pPr>
            <a:lvl8pPr marL="3657600" marR="0" lvl="7"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8pPr>
            <a:lvl9pPr marL="4114800" marR="0" lvl="8"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9pPr>
          </a:lstStyle>
          <a:p>
            <a:r>
              <a:rPr lang="en-US" sz="1600" dirty="0"/>
              <a:t>Best Machine Learning Models</a:t>
            </a:r>
          </a:p>
        </p:txBody>
      </p:sp>
      <p:sp>
        <p:nvSpPr>
          <p:cNvPr id="3" name="Subtitle 3">
            <a:extLst>
              <a:ext uri="{FF2B5EF4-FFF2-40B4-BE49-F238E27FC236}">
                <a16:creationId xmlns:a16="http://schemas.microsoft.com/office/drawing/2014/main" id="{52E226A4-F80E-43A5-04F0-37BBA685C7C5}"/>
              </a:ext>
            </a:extLst>
          </p:cNvPr>
          <p:cNvSpPr txBox="1">
            <a:spLocks/>
          </p:cNvSpPr>
          <p:nvPr/>
        </p:nvSpPr>
        <p:spPr>
          <a:xfrm>
            <a:off x="1065732" y="1565110"/>
            <a:ext cx="5375708" cy="27363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1200"/>
              <a:buFont typeface="Hanken Grotesk"/>
              <a:buChar char="●"/>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15000"/>
              </a:lnSpc>
              <a:spcBef>
                <a:spcPts val="0"/>
              </a:spcBef>
              <a:spcAft>
                <a:spcPts val="0"/>
              </a:spcAft>
              <a:buClr>
                <a:schemeClr val="dk1"/>
              </a:buClr>
              <a:buSzPts val="1400"/>
              <a:buFont typeface="Hanken Grotesk"/>
              <a:buChar char="○"/>
              <a:defRPr sz="28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15000"/>
              </a:lnSpc>
              <a:spcBef>
                <a:spcPts val="0"/>
              </a:spcBef>
              <a:spcAft>
                <a:spcPts val="0"/>
              </a:spcAft>
              <a:buClr>
                <a:schemeClr val="dk1"/>
              </a:buClr>
              <a:buSzPts val="1400"/>
              <a:buFont typeface="Hanken Grotesk"/>
              <a:buChar char="■"/>
              <a:defRPr sz="28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15000"/>
              </a:lnSpc>
              <a:spcBef>
                <a:spcPts val="0"/>
              </a:spcBef>
              <a:spcAft>
                <a:spcPts val="0"/>
              </a:spcAft>
              <a:buClr>
                <a:schemeClr val="dk1"/>
              </a:buClr>
              <a:buSzPts val="1400"/>
              <a:buFont typeface="Hanken Grotesk"/>
              <a:buChar char="●"/>
              <a:defRPr sz="28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15000"/>
              </a:lnSpc>
              <a:spcBef>
                <a:spcPts val="0"/>
              </a:spcBef>
              <a:spcAft>
                <a:spcPts val="0"/>
              </a:spcAft>
              <a:buClr>
                <a:schemeClr val="dk1"/>
              </a:buClr>
              <a:buSzPts val="1400"/>
              <a:buFont typeface="Hanken Grotesk"/>
              <a:buChar char="○"/>
              <a:defRPr sz="28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15000"/>
              </a:lnSpc>
              <a:spcBef>
                <a:spcPts val="0"/>
              </a:spcBef>
              <a:spcAft>
                <a:spcPts val="0"/>
              </a:spcAft>
              <a:buClr>
                <a:schemeClr val="dk1"/>
              </a:buClr>
              <a:buSzPts val="1400"/>
              <a:buFont typeface="Hanken Grotesk"/>
              <a:buChar char="■"/>
              <a:defRPr sz="28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15000"/>
              </a:lnSpc>
              <a:spcBef>
                <a:spcPts val="0"/>
              </a:spcBef>
              <a:spcAft>
                <a:spcPts val="0"/>
              </a:spcAft>
              <a:buClr>
                <a:schemeClr val="dk1"/>
              </a:buClr>
              <a:buSzPts val="1400"/>
              <a:buFont typeface="Hanken Grotesk"/>
              <a:buChar char="●"/>
              <a:defRPr sz="28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15000"/>
              </a:lnSpc>
              <a:spcBef>
                <a:spcPts val="0"/>
              </a:spcBef>
              <a:spcAft>
                <a:spcPts val="0"/>
              </a:spcAft>
              <a:buClr>
                <a:schemeClr val="dk1"/>
              </a:buClr>
              <a:buSzPts val="1400"/>
              <a:buFont typeface="Hanken Grotesk"/>
              <a:buChar char="○"/>
              <a:defRPr sz="28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15000"/>
              </a:lnSpc>
              <a:spcBef>
                <a:spcPts val="0"/>
              </a:spcBef>
              <a:spcAft>
                <a:spcPts val="0"/>
              </a:spcAft>
              <a:buClr>
                <a:schemeClr val="dk1"/>
              </a:buClr>
              <a:buSzPts val="1400"/>
              <a:buFont typeface="Hanken Grotesk"/>
              <a:buChar char="■"/>
              <a:defRPr sz="2800" b="0" i="0" u="none" strike="noStrike" cap="none">
                <a:solidFill>
                  <a:schemeClr val="dk1"/>
                </a:solidFill>
                <a:latin typeface="Hanken Grotesk"/>
                <a:ea typeface="Hanken Grotesk"/>
                <a:cs typeface="Hanken Grotesk"/>
                <a:sym typeface="Hanken Grotesk"/>
              </a:defRPr>
            </a:lvl9pPr>
          </a:lstStyle>
          <a:p>
            <a:pPr marL="139700" indent="0">
              <a:buNone/>
            </a:pPr>
            <a:r>
              <a:rPr lang="en-US" sz="2800" b="1" i="0" dirty="0" err="1">
                <a:solidFill>
                  <a:schemeClr val="tx1"/>
                </a:solidFill>
                <a:effectLst/>
                <a:latin typeface="Hanken Grotesk" panose="020B0604020202020204" charset="0"/>
              </a:rPr>
              <a:t>XGBoost</a:t>
            </a:r>
            <a:r>
              <a:rPr lang="en-US" sz="2800" b="1" i="0" dirty="0">
                <a:solidFill>
                  <a:schemeClr val="tx1"/>
                </a:solidFill>
                <a:effectLst/>
                <a:latin typeface="Hanken Grotesk" panose="020B0604020202020204" charset="0"/>
              </a:rPr>
              <a:t> (Tuned) </a:t>
            </a:r>
          </a:p>
          <a:p>
            <a:pPr marL="139700" indent="0">
              <a:buNone/>
            </a:pPr>
            <a:endParaRPr lang="en-US" sz="1800" dirty="0">
              <a:solidFill>
                <a:schemeClr val="tx1"/>
              </a:solidFill>
              <a:latin typeface="Hanken Grotesk" panose="020B0604020202020204" charset="0"/>
            </a:endParaRPr>
          </a:p>
          <a:p>
            <a:pPr marL="139700" indent="0">
              <a:buNone/>
            </a:pPr>
            <a:r>
              <a:rPr lang="en-US" sz="1800" b="0" i="0" dirty="0">
                <a:solidFill>
                  <a:schemeClr val="tx1"/>
                </a:solidFill>
                <a:effectLst/>
                <a:latin typeface="Hanken Grotesk" panose="020B0604020202020204" charset="0"/>
              </a:rPr>
              <a:t>MAE </a:t>
            </a:r>
            <a:r>
              <a:rPr lang="en-US" sz="1050" b="0" i="0" dirty="0">
                <a:solidFill>
                  <a:schemeClr val="tx1"/>
                </a:solidFill>
                <a:effectLst/>
                <a:latin typeface="Hanken Grotesk" panose="020B0604020202020204" charset="0"/>
              </a:rPr>
              <a:t>(Mean Absolute Error)</a:t>
            </a:r>
            <a:r>
              <a:rPr lang="en-US" sz="1800" b="0" i="0" dirty="0">
                <a:solidFill>
                  <a:schemeClr val="tx1"/>
                </a:solidFill>
                <a:effectLst/>
                <a:latin typeface="Hanken Grotesk" panose="020B0604020202020204" charset="0"/>
              </a:rPr>
              <a:t>		: 0.256</a:t>
            </a:r>
          </a:p>
          <a:p>
            <a:pPr marL="139700" indent="0">
              <a:buNone/>
            </a:pPr>
            <a:r>
              <a:rPr lang="en-US" sz="1800" dirty="0">
                <a:solidFill>
                  <a:schemeClr val="tx1"/>
                </a:solidFill>
                <a:latin typeface="Hanken Grotesk" panose="020B0604020202020204" charset="0"/>
              </a:rPr>
              <a:t>RMSE </a:t>
            </a:r>
            <a:r>
              <a:rPr lang="en-US" sz="1050" dirty="0">
                <a:solidFill>
                  <a:schemeClr val="tx1"/>
                </a:solidFill>
                <a:latin typeface="Hanken Grotesk" panose="020B0604020202020204" charset="0"/>
              </a:rPr>
              <a:t>(Root Mean Square Error)</a:t>
            </a:r>
            <a:r>
              <a:rPr lang="en-US" sz="1800" dirty="0">
                <a:solidFill>
                  <a:schemeClr val="tx1"/>
                </a:solidFill>
                <a:latin typeface="Hanken Grotesk" panose="020B0604020202020204" charset="0"/>
              </a:rPr>
              <a:t>		: 0.384  </a:t>
            </a:r>
          </a:p>
          <a:p>
            <a:pPr marL="139700" indent="0">
              <a:buNone/>
            </a:pPr>
            <a:r>
              <a:rPr lang="en-US" sz="1800" b="0" i="0" dirty="0">
                <a:solidFill>
                  <a:schemeClr val="tx1"/>
                </a:solidFill>
                <a:effectLst/>
                <a:latin typeface="Hanken Grotesk" panose="020B0604020202020204" charset="0"/>
              </a:rPr>
              <a:t>MAPR </a:t>
            </a:r>
            <a:r>
              <a:rPr lang="en-US" sz="1050" b="0" i="0" dirty="0">
                <a:solidFill>
                  <a:schemeClr val="tx1"/>
                </a:solidFill>
                <a:effectLst/>
                <a:latin typeface="Hanken Grotesk" panose="020B0604020202020204" charset="0"/>
              </a:rPr>
              <a:t>(Mean Absolute Percentage Error)	</a:t>
            </a:r>
            <a:r>
              <a:rPr lang="en-US" sz="1800" dirty="0">
                <a:solidFill>
                  <a:schemeClr val="tx1"/>
                </a:solidFill>
                <a:latin typeface="Hanken Grotesk" panose="020B0604020202020204" charset="0"/>
              </a:rPr>
              <a:t>: 12.69</a:t>
            </a:r>
            <a:r>
              <a:rPr lang="en-US" sz="1050" b="0" i="0" dirty="0">
                <a:solidFill>
                  <a:schemeClr val="tx1"/>
                </a:solidFill>
                <a:effectLst/>
                <a:latin typeface="Hanken Grotesk" panose="020B0604020202020204" charset="0"/>
              </a:rPr>
              <a:t> </a:t>
            </a:r>
            <a:endParaRPr lang="en-US" sz="1800" b="0" i="0" dirty="0">
              <a:solidFill>
                <a:schemeClr val="tx1"/>
              </a:solidFill>
              <a:effectLst/>
              <a:latin typeface="Hanken Grotesk" panose="020B0604020202020204" charset="0"/>
            </a:endParaRPr>
          </a:p>
          <a:p>
            <a:pPr marL="139700" indent="0">
              <a:buNone/>
            </a:pPr>
            <a:r>
              <a:rPr lang="en-US" sz="1800" b="0" i="0" dirty="0">
                <a:solidFill>
                  <a:schemeClr val="tx1"/>
                </a:solidFill>
                <a:effectLst/>
                <a:latin typeface="Hanken Grotesk" panose="020B0604020202020204" charset="0"/>
              </a:rPr>
              <a:t>R2 </a:t>
            </a:r>
            <a:r>
              <a:rPr lang="en-US" sz="1050" b="0" i="0" dirty="0">
                <a:solidFill>
                  <a:schemeClr val="tx1"/>
                </a:solidFill>
                <a:effectLst/>
                <a:latin typeface="Hanken Grotesk" panose="020B0604020202020204" charset="0"/>
              </a:rPr>
              <a:t>(Coefficient of Determination)</a:t>
            </a:r>
            <a:r>
              <a:rPr lang="en-US" sz="1800" b="0" i="0" dirty="0">
                <a:solidFill>
                  <a:schemeClr val="tx1"/>
                </a:solidFill>
                <a:effectLst/>
                <a:latin typeface="Hanken Grotesk" panose="020B0604020202020204" charset="0"/>
              </a:rPr>
              <a:t>		: 0.831</a:t>
            </a:r>
          </a:p>
          <a:p>
            <a:pPr marL="139700" indent="0">
              <a:buNone/>
            </a:pPr>
            <a:r>
              <a:rPr lang="en-US" sz="1800" b="0" i="0" dirty="0">
                <a:solidFill>
                  <a:schemeClr val="tx1"/>
                </a:solidFill>
                <a:effectLst/>
                <a:latin typeface="Hanken Grotesk" panose="020B0604020202020204" charset="0"/>
              </a:rPr>
              <a:t>Accuracy			: 55.77%</a:t>
            </a:r>
            <a:endParaRPr lang="en-US" sz="1800" dirty="0">
              <a:solidFill>
                <a:schemeClr val="tx1"/>
              </a:solidFill>
              <a:latin typeface="Hanken Grotesk" panose="020B0604020202020204" charset="0"/>
            </a:endParaRPr>
          </a:p>
        </p:txBody>
      </p:sp>
      <p:sp>
        <p:nvSpPr>
          <p:cNvPr id="2" name="Google Shape;330;p36">
            <a:extLst>
              <a:ext uri="{FF2B5EF4-FFF2-40B4-BE49-F238E27FC236}">
                <a16:creationId xmlns:a16="http://schemas.microsoft.com/office/drawing/2014/main" id="{4BFFFCE3-213F-D676-1DAD-50B5732623B9}"/>
              </a:ext>
            </a:extLst>
          </p:cNvPr>
          <p:cNvSpPr txBox="1">
            <a:spLocks/>
          </p:cNvSpPr>
          <p:nvPr/>
        </p:nvSpPr>
        <p:spPr>
          <a:xfrm>
            <a:off x="241332" y="4614412"/>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14 - </a:t>
            </a:r>
            <a:fld id="{1612EBDF-BBCF-4455-9CA4-C9C775D5C22A}" type="datetime1">
              <a:rPr lang="en-US" sz="1000" smtClean="0"/>
              <a:t>12/4/2025</a:t>
            </a:fld>
            <a:endParaRPr lang="en-US" sz="1000" dirty="0"/>
          </a:p>
        </p:txBody>
      </p:sp>
    </p:spTree>
    <p:extLst>
      <p:ext uri="{BB962C8B-B14F-4D97-AF65-F5344CB8AC3E}">
        <p14:creationId xmlns:p14="http://schemas.microsoft.com/office/powerpoint/2010/main" val="415309637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Google Shape;329;p36">
            <a:extLst>
              <a:ext uri="{FF2B5EF4-FFF2-40B4-BE49-F238E27FC236}">
                <a16:creationId xmlns:a16="http://schemas.microsoft.com/office/drawing/2014/main" id="{BFE1BF81-4654-B512-0EDA-17498BF909C3}"/>
              </a:ext>
            </a:extLst>
          </p:cNvPr>
          <p:cNvSpPr txBox="1">
            <a:spLocks/>
          </p:cNvSpPr>
          <p:nvPr/>
        </p:nvSpPr>
        <p:spPr>
          <a:xfrm>
            <a:off x="1193195" y="285570"/>
            <a:ext cx="5067600" cy="55897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Figtree Black"/>
              <a:buNone/>
              <a:defRPr sz="2800" b="0" i="0" u="none" strike="noStrike" cap="none">
                <a:solidFill>
                  <a:schemeClr val="dk1"/>
                </a:solidFill>
                <a:latin typeface="Figtree Black"/>
                <a:ea typeface="Figtree Black"/>
                <a:cs typeface="Figtree Black"/>
                <a:sym typeface="Figtree Black"/>
              </a:defRPr>
            </a:lvl1pPr>
            <a:lvl2pPr marR="0" lvl="1"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2pPr>
            <a:lvl3pPr marR="0" lvl="2"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3pPr>
            <a:lvl4pPr marR="0" lvl="3"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4pPr>
            <a:lvl5pPr marR="0" lvl="4"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5pPr>
            <a:lvl6pPr marR="0" lvl="5"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6pPr>
            <a:lvl7pPr marR="0" lvl="6"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7pPr>
            <a:lvl8pPr marR="0" lvl="7"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8pPr>
            <a:lvl9pPr marR="0" lvl="8"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9pPr>
          </a:lstStyle>
          <a:p>
            <a:r>
              <a:rPr lang="en-US" sz="2400" dirty="0"/>
              <a:t>Performance Evaluation</a:t>
            </a:r>
          </a:p>
        </p:txBody>
      </p:sp>
      <p:sp>
        <p:nvSpPr>
          <p:cNvPr id="8" name="Google Shape;331;p36">
            <a:extLst>
              <a:ext uri="{FF2B5EF4-FFF2-40B4-BE49-F238E27FC236}">
                <a16:creationId xmlns:a16="http://schemas.microsoft.com/office/drawing/2014/main" id="{82295662-F4E9-868D-B117-C87B48D2A093}"/>
              </a:ext>
            </a:extLst>
          </p:cNvPr>
          <p:cNvSpPr txBox="1">
            <a:spLocks/>
          </p:cNvSpPr>
          <p:nvPr/>
        </p:nvSpPr>
        <p:spPr>
          <a:xfrm>
            <a:off x="241332" y="242085"/>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000" dirty="0">
                <a:solidFill>
                  <a:schemeClr val="lt1"/>
                </a:solidFill>
                <a:latin typeface="Figtree Black"/>
                <a:sym typeface="Figtree Black"/>
              </a:rPr>
              <a:t>4.4</a:t>
            </a:r>
            <a:endParaRPr lang="en" sz="3000" dirty="0"/>
          </a:p>
        </p:txBody>
      </p:sp>
      <p:sp>
        <p:nvSpPr>
          <p:cNvPr id="17" name="Subtitle 4">
            <a:extLst>
              <a:ext uri="{FF2B5EF4-FFF2-40B4-BE49-F238E27FC236}">
                <a16:creationId xmlns:a16="http://schemas.microsoft.com/office/drawing/2014/main" id="{5F787465-7631-8DA9-23CC-13A5225FDFD9}"/>
              </a:ext>
            </a:extLst>
          </p:cNvPr>
          <p:cNvSpPr txBox="1">
            <a:spLocks/>
          </p:cNvSpPr>
          <p:nvPr/>
        </p:nvSpPr>
        <p:spPr>
          <a:xfrm>
            <a:off x="1056812" y="766335"/>
            <a:ext cx="3772800" cy="3615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2400"/>
              <a:buFont typeface="Figtree Black"/>
              <a:buNone/>
              <a:defRPr sz="1900" b="0" i="0" u="none" strike="noStrike" cap="none">
                <a:solidFill>
                  <a:schemeClr val="dk1"/>
                </a:solidFill>
                <a:latin typeface="Figtree Black"/>
                <a:ea typeface="Figtree Black"/>
                <a:cs typeface="Figtree Black"/>
                <a:sym typeface="Figtree Black"/>
              </a:defRPr>
            </a:lvl1pPr>
            <a:lvl2pPr marL="914400" marR="0" lvl="1"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2pPr>
            <a:lvl3pPr marL="1371600" marR="0" lvl="2"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3pPr>
            <a:lvl4pPr marL="1828800" marR="0" lvl="3"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4pPr>
            <a:lvl5pPr marL="2286000" marR="0" lvl="4"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5pPr>
            <a:lvl6pPr marL="2743200" marR="0" lvl="5"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6pPr>
            <a:lvl7pPr marL="3200400" marR="0" lvl="6"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7pPr>
            <a:lvl8pPr marL="3657600" marR="0" lvl="7"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8pPr>
            <a:lvl9pPr marL="4114800" marR="0" lvl="8"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9pPr>
          </a:lstStyle>
          <a:p>
            <a:r>
              <a:rPr lang="en-US" sz="1600" dirty="0"/>
              <a:t>Deep Learning Models</a:t>
            </a:r>
          </a:p>
        </p:txBody>
      </p:sp>
      <p:pic>
        <p:nvPicPr>
          <p:cNvPr id="3" name="Picture 2">
            <a:extLst>
              <a:ext uri="{FF2B5EF4-FFF2-40B4-BE49-F238E27FC236}">
                <a16:creationId xmlns:a16="http://schemas.microsoft.com/office/drawing/2014/main" id="{A637630D-7C5E-C3D4-7965-49180596BAB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93195" y="1127835"/>
            <a:ext cx="5673725" cy="3531235"/>
          </a:xfrm>
          <a:prstGeom prst="rect">
            <a:avLst/>
          </a:prstGeom>
        </p:spPr>
      </p:pic>
      <p:sp>
        <p:nvSpPr>
          <p:cNvPr id="5" name="Google Shape;330;p36">
            <a:extLst>
              <a:ext uri="{FF2B5EF4-FFF2-40B4-BE49-F238E27FC236}">
                <a16:creationId xmlns:a16="http://schemas.microsoft.com/office/drawing/2014/main" id="{7BFEDC8F-A750-94FA-5C3E-5192CD56F298}"/>
              </a:ext>
            </a:extLst>
          </p:cNvPr>
          <p:cNvSpPr txBox="1">
            <a:spLocks/>
          </p:cNvSpPr>
          <p:nvPr/>
        </p:nvSpPr>
        <p:spPr>
          <a:xfrm>
            <a:off x="977390" y="4587264"/>
            <a:ext cx="6105334" cy="34791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lgn="ctr"/>
            <a:r>
              <a:rPr lang="en-US" sz="1100" i="1" dirty="0"/>
              <a:t>Fig 4.7 Deep Learning Models Evaluation Results</a:t>
            </a:r>
          </a:p>
        </p:txBody>
      </p:sp>
      <p:sp>
        <p:nvSpPr>
          <p:cNvPr id="2" name="Google Shape;330;p36">
            <a:extLst>
              <a:ext uri="{FF2B5EF4-FFF2-40B4-BE49-F238E27FC236}">
                <a16:creationId xmlns:a16="http://schemas.microsoft.com/office/drawing/2014/main" id="{CDD48701-7E78-25D1-23BF-A21633650787}"/>
              </a:ext>
            </a:extLst>
          </p:cNvPr>
          <p:cNvSpPr txBox="1">
            <a:spLocks/>
          </p:cNvSpPr>
          <p:nvPr/>
        </p:nvSpPr>
        <p:spPr>
          <a:xfrm>
            <a:off x="241332" y="4617361"/>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15 - </a:t>
            </a:r>
            <a:fld id="{1612EBDF-BBCF-4455-9CA4-C9C775D5C22A}" type="datetime1">
              <a:rPr lang="en-US" sz="1000" smtClean="0"/>
              <a:t>12/4/2025</a:t>
            </a:fld>
            <a:endParaRPr lang="en-US" sz="1000" dirty="0"/>
          </a:p>
        </p:txBody>
      </p:sp>
    </p:spTree>
    <p:extLst>
      <p:ext uri="{BB962C8B-B14F-4D97-AF65-F5344CB8AC3E}">
        <p14:creationId xmlns:p14="http://schemas.microsoft.com/office/powerpoint/2010/main" val="30114019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Google Shape;329;p36">
            <a:extLst>
              <a:ext uri="{FF2B5EF4-FFF2-40B4-BE49-F238E27FC236}">
                <a16:creationId xmlns:a16="http://schemas.microsoft.com/office/drawing/2014/main" id="{BFE1BF81-4654-B512-0EDA-17498BF909C3}"/>
              </a:ext>
            </a:extLst>
          </p:cNvPr>
          <p:cNvSpPr txBox="1">
            <a:spLocks/>
          </p:cNvSpPr>
          <p:nvPr/>
        </p:nvSpPr>
        <p:spPr>
          <a:xfrm>
            <a:off x="1193195" y="390020"/>
            <a:ext cx="5067600" cy="55897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Figtree Black"/>
              <a:buNone/>
              <a:defRPr sz="2800" b="0" i="0" u="none" strike="noStrike" cap="none">
                <a:solidFill>
                  <a:schemeClr val="dk1"/>
                </a:solidFill>
                <a:latin typeface="Figtree Black"/>
                <a:ea typeface="Figtree Black"/>
                <a:cs typeface="Figtree Black"/>
                <a:sym typeface="Figtree Black"/>
              </a:defRPr>
            </a:lvl1pPr>
            <a:lvl2pPr marR="0" lvl="1"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2pPr>
            <a:lvl3pPr marR="0" lvl="2"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3pPr>
            <a:lvl4pPr marR="0" lvl="3"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4pPr>
            <a:lvl5pPr marR="0" lvl="4"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5pPr>
            <a:lvl6pPr marR="0" lvl="5"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6pPr>
            <a:lvl7pPr marR="0" lvl="6"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7pPr>
            <a:lvl8pPr marR="0" lvl="7"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8pPr>
            <a:lvl9pPr marR="0" lvl="8"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9pPr>
          </a:lstStyle>
          <a:p>
            <a:r>
              <a:rPr lang="en-US" sz="2400" dirty="0"/>
              <a:t>Performance Evaluation</a:t>
            </a:r>
          </a:p>
        </p:txBody>
      </p:sp>
      <p:sp>
        <p:nvSpPr>
          <p:cNvPr id="8" name="Google Shape;331;p36">
            <a:extLst>
              <a:ext uri="{FF2B5EF4-FFF2-40B4-BE49-F238E27FC236}">
                <a16:creationId xmlns:a16="http://schemas.microsoft.com/office/drawing/2014/main" id="{82295662-F4E9-868D-B117-C87B48D2A093}"/>
              </a:ext>
            </a:extLst>
          </p:cNvPr>
          <p:cNvSpPr txBox="1">
            <a:spLocks/>
          </p:cNvSpPr>
          <p:nvPr/>
        </p:nvSpPr>
        <p:spPr>
          <a:xfrm>
            <a:off x="241332" y="242085"/>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000" dirty="0">
                <a:solidFill>
                  <a:schemeClr val="lt1"/>
                </a:solidFill>
                <a:latin typeface="Figtree Black"/>
                <a:sym typeface="Figtree Black"/>
              </a:rPr>
              <a:t>4.4</a:t>
            </a:r>
            <a:endParaRPr lang="en" sz="3000" dirty="0"/>
          </a:p>
        </p:txBody>
      </p:sp>
      <p:sp>
        <p:nvSpPr>
          <p:cNvPr id="17" name="Subtitle 4">
            <a:extLst>
              <a:ext uri="{FF2B5EF4-FFF2-40B4-BE49-F238E27FC236}">
                <a16:creationId xmlns:a16="http://schemas.microsoft.com/office/drawing/2014/main" id="{5F787465-7631-8DA9-23CC-13A5225FDFD9}"/>
              </a:ext>
            </a:extLst>
          </p:cNvPr>
          <p:cNvSpPr txBox="1">
            <a:spLocks/>
          </p:cNvSpPr>
          <p:nvPr/>
        </p:nvSpPr>
        <p:spPr>
          <a:xfrm>
            <a:off x="1065732" y="947085"/>
            <a:ext cx="3772800" cy="3615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2400"/>
              <a:buFont typeface="Figtree Black"/>
              <a:buNone/>
              <a:defRPr sz="1900" b="0" i="0" u="none" strike="noStrike" cap="none">
                <a:solidFill>
                  <a:schemeClr val="dk1"/>
                </a:solidFill>
                <a:latin typeface="Figtree Black"/>
                <a:ea typeface="Figtree Black"/>
                <a:cs typeface="Figtree Black"/>
                <a:sym typeface="Figtree Black"/>
              </a:defRPr>
            </a:lvl1pPr>
            <a:lvl2pPr marL="914400" marR="0" lvl="1"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2pPr>
            <a:lvl3pPr marL="1371600" marR="0" lvl="2"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3pPr>
            <a:lvl4pPr marL="1828800" marR="0" lvl="3"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4pPr>
            <a:lvl5pPr marL="2286000" marR="0" lvl="4"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5pPr>
            <a:lvl6pPr marL="2743200" marR="0" lvl="5"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6pPr>
            <a:lvl7pPr marL="3200400" marR="0" lvl="6"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7pPr>
            <a:lvl8pPr marL="3657600" marR="0" lvl="7"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8pPr>
            <a:lvl9pPr marL="4114800" marR="0" lvl="8"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9pPr>
          </a:lstStyle>
          <a:p>
            <a:r>
              <a:rPr lang="en-US" sz="1600" dirty="0"/>
              <a:t>Deep Learning Models</a:t>
            </a:r>
          </a:p>
        </p:txBody>
      </p:sp>
      <p:pic>
        <p:nvPicPr>
          <p:cNvPr id="4" name="Picture 3">
            <a:extLst>
              <a:ext uri="{FF2B5EF4-FFF2-40B4-BE49-F238E27FC236}">
                <a16:creationId xmlns:a16="http://schemas.microsoft.com/office/drawing/2014/main" id="{735238FE-E36B-9162-A315-5A444342F3E1}"/>
              </a:ext>
            </a:extLst>
          </p:cNvPr>
          <p:cNvPicPr>
            <a:picLocks noChangeAspect="1"/>
          </p:cNvPicPr>
          <p:nvPr/>
        </p:nvPicPr>
        <p:blipFill>
          <a:blip r:embed="rId2"/>
          <a:stretch>
            <a:fillRect/>
          </a:stretch>
        </p:blipFill>
        <p:spPr>
          <a:xfrm>
            <a:off x="1299897" y="1233675"/>
            <a:ext cx="6645224" cy="3086966"/>
          </a:xfrm>
          <a:prstGeom prst="rect">
            <a:avLst/>
          </a:prstGeom>
        </p:spPr>
      </p:pic>
      <p:sp>
        <p:nvSpPr>
          <p:cNvPr id="5" name="Google Shape;330;p36">
            <a:extLst>
              <a:ext uri="{FF2B5EF4-FFF2-40B4-BE49-F238E27FC236}">
                <a16:creationId xmlns:a16="http://schemas.microsoft.com/office/drawing/2014/main" id="{C654E70F-D788-4EA3-2C9B-6F9BD9CE4E08}"/>
              </a:ext>
            </a:extLst>
          </p:cNvPr>
          <p:cNvSpPr txBox="1">
            <a:spLocks/>
          </p:cNvSpPr>
          <p:nvPr/>
        </p:nvSpPr>
        <p:spPr>
          <a:xfrm>
            <a:off x="1569842" y="4320641"/>
            <a:ext cx="6105334" cy="34791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lgn="ctr"/>
            <a:r>
              <a:rPr lang="en-US" sz="1100" i="1" dirty="0"/>
              <a:t>Fig 4.7 LSTM Model Sample Forecast vs Actual</a:t>
            </a:r>
          </a:p>
        </p:txBody>
      </p:sp>
      <p:sp>
        <p:nvSpPr>
          <p:cNvPr id="2" name="Google Shape;330;p36">
            <a:extLst>
              <a:ext uri="{FF2B5EF4-FFF2-40B4-BE49-F238E27FC236}">
                <a16:creationId xmlns:a16="http://schemas.microsoft.com/office/drawing/2014/main" id="{8AFC546C-6D50-055F-02C9-AA21CDA9EACE}"/>
              </a:ext>
            </a:extLst>
          </p:cNvPr>
          <p:cNvSpPr txBox="1">
            <a:spLocks/>
          </p:cNvSpPr>
          <p:nvPr/>
        </p:nvSpPr>
        <p:spPr>
          <a:xfrm>
            <a:off x="241332" y="4605326"/>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16 - </a:t>
            </a:r>
            <a:fld id="{1612EBDF-BBCF-4455-9CA4-C9C775D5C22A}" type="datetime1">
              <a:rPr lang="en-US" sz="1000" smtClean="0"/>
              <a:t>12/4/2025</a:t>
            </a:fld>
            <a:endParaRPr lang="en-US" sz="1000" dirty="0"/>
          </a:p>
        </p:txBody>
      </p:sp>
    </p:spTree>
    <p:extLst>
      <p:ext uri="{BB962C8B-B14F-4D97-AF65-F5344CB8AC3E}">
        <p14:creationId xmlns:p14="http://schemas.microsoft.com/office/powerpoint/2010/main" val="362686913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Google Shape;329;p36">
            <a:extLst>
              <a:ext uri="{FF2B5EF4-FFF2-40B4-BE49-F238E27FC236}">
                <a16:creationId xmlns:a16="http://schemas.microsoft.com/office/drawing/2014/main" id="{BFE1BF81-4654-B512-0EDA-17498BF909C3}"/>
              </a:ext>
            </a:extLst>
          </p:cNvPr>
          <p:cNvSpPr txBox="1">
            <a:spLocks/>
          </p:cNvSpPr>
          <p:nvPr/>
        </p:nvSpPr>
        <p:spPr>
          <a:xfrm>
            <a:off x="1193195" y="390020"/>
            <a:ext cx="5067600" cy="55897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Figtree Black"/>
              <a:buNone/>
              <a:defRPr sz="2800" b="0" i="0" u="none" strike="noStrike" cap="none">
                <a:solidFill>
                  <a:schemeClr val="dk1"/>
                </a:solidFill>
                <a:latin typeface="Figtree Black"/>
                <a:ea typeface="Figtree Black"/>
                <a:cs typeface="Figtree Black"/>
                <a:sym typeface="Figtree Black"/>
              </a:defRPr>
            </a:lvl1pPr>
            <a:lvl2pPr marR="0" lvl="1"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2pPr>
            <a:lvl3pPr marR="0" lvl="2"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3pPr>
            <a:lvl4pPr marR="0" lvl="3"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4pPr>
            <a:lvl5pPr marR="0" lvl="4"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5pPr>
            <a:lvl6pPr marR="0" lvl="5"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6pPr>
            <a:lvl7pPr marR="0" lvl="6"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7pPr>
            <a:lvl8pPr marR="0" lvl="7"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8pPr>
            <a:lvl9pPr marR="0" lvl="8"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9pPr>
          </a:lstStyle>
          <a:p>
            <a:r>
              <a:rPr lang="en-US" sz="2400" dirty="0"/>
              <a:t>Performance Evaluation</a:t>
            </a:r>
          </a:p>
        </p:txBody>
      </p:sp>
      <p:sp>
        <p:nvSpPr>
          <p:cNvPr id="8" name="Google Shape;331;p36">
            <a:extLst>
              <a:ext uri="{FF2B5EF4-FFF2-40B4-BE49-F238E27FC236}">
                <a16:creationId xmlns:a16="http://schemas.microsoft.com/office/drawing/2014/main" id="{82295662-F4E9-868D-B117-C87B48D2A093}"/>
              </a:ext>
            </a:extLst>
          </p:cNvPr>
          <p:cNvSpPr txBox="1">
            <a:spLocks/>
          </p:cNvSpPr>
          <p:nvPr/>
        </p:nvSpPr>
        <p:spPr>
          <a:xfrm>
            <a:off x="241332" y="242085"/>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000" dirty="0">
                <a:solidFill>
                  <a:schemeClr val="lt1"/>
                </a:solidFill>
                <a:latin typeface="Figtree Black"/>
                <a:sym typeface="Figtree Black"/>
              </a:rPr>
              <a:t>4.4</a:t>
            </a:r>
            <a:endParaRPr lang="en" sz="3000" dirty="0"/>
          </a:p>
        </p:txBody>
      </p:sp>
      <p:sp>
        <p:nvSpPr>
          <p:cNvPr id="17" name="Subtitle 4">
            <a:extLst>
              <a:ext uri="{FF2B5EF4-FFF2-40B4-BE49-F238E27FC236}">
                <a16:creationId xmlns:a16="http://schemas.microsoft.com/office/drawing/2014/main" id="{5F787465-7631-8DA9-23CC-13A5225FDFD9}"/>
              </a:ext>
            </a:extLst>
          </p:cNvPr>
          <p:cNvSpPr txBox="1">
            <a:spLocks/>
          </p:cNvSpPr>
          <p:nvPr/>
        </p:nvSpPr>
        <p:spPr>
          <a:xfrm>
            <a:off x="1065732" y="1008045"/>
            <a:ext cx="3772800" cy="3615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2400"/>
              <a:buFont typeface="Figtree Black"/>
              <a:buNone/>
              <a:defRPr sz="1900" b="0" i="0" u="none" strike="noStrike" cap="none">
                <a:solidFill>
                  <a:schemeClr val="dk1"/>
                </a:solidFill>
                <a:latin typeface="Figtree Black"/>
                <a:ea typeface="Figtree Black"/>
                <a:cs typeface="Figtree Black"/>
                <a:sym typeface="Figtree Black"/>
              </a:defRPr>
            </a:lvl1pPr>
            <a:lvl2pPr marL="914400" marR="0" lvl="1"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2pPr>
            <a:lvl3pPr marL="1371600" marR="0" lvl="2"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3pPr>
            <a:lvl4pPr marL="1828800" marR="0" lvl="3"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4pPr>
            <a:lvl5pPr marL="2286000" marR="0" lvl="4"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5pPr>
            <a:lvl6pPr marL="2743200" marR="0" lvl="5"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6pPr>
            <a:lvl7pPr marL="3200400" marR="0" lvl="6"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7pPr>
            <a:lvl8pPr marL="3657600" marR="0" lvl="7"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8pPr>
            <a:lvl9pPr marL="4114800" marR="0" lvl="8"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9pPr>
          </a:lstStyle>
          <a:p>
            <a:r>
              <a:rPr lang="en-US" sz="1600" dirty="0"/>
              <a:t>Best Deep Learning Models</a:t>
            </a:r>
          </a:p>
        </p:txBody>
      </p:sp>
      <p:sp>
        <p:nvSpPr>
          <p:cNvPr id="3" name="Subtitle 3">
            <a:extLst>
              <a:ext uri="{FF2B5EF4-FFF2-40B4-BE49-F238E27FC236}">
                <a16:creationId xmlns:a16="http://schemas.microsoft.com/office/drawing/2014/main" id="{52E226A4-F80E-43A5-04F0-37BBA685C7C5}"/>
              </a:ext>
            </a:extLst>
          </p:cNvPr>
          <p:cNvSpPr txBox="1">
            <a:spLocks/>
          </p:cNvSpPr>
          <p:nvPr/>
        </p:nvSpPr>
        <p:spPr>
          <a:xfrm>
            <a:off x="1065732" y="1565110"/>
            <a:ext cx="6371388" cy="27363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1200"/>
              <a:buFont typeface="Hanken Grotesk"/>
              <a:buChar char="●"/>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15000"/>
              </a:lnSpc>
              <a:spcBef>
                <a:spcPts val="0"/>
              </a:spcBef>
              <a:spcAft>
                <a:spcPts val="0"/>
              </a:spcAft>
              <a:buClr>
                <a:schemeClr val="dk1"/>
              </a:buClr>
              <a:buSzPts val="1400"/>
              <a:buFont typeface="Hanken Grotesk"/>
              <a:buChar char="○"/>
              <a:defRPr sz="28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15000"/>
              </a:lnSpc>
              <a:spcBef>
                <a:spcPts val="0"/>
              </a:spcBef>
              <a:spcAft>
                <a:spcPts val="0"/>
              </a:spcAft>
              <a:buClr>
                <a:schemeClr val="dk1"/>
              </a:buClr>
              <a:buSzPts val="1400"/>
              <a:buFont typeface="Hanken Grotesk"/>
              <a:buChar char="■"/>
              <a:defRPr sz="28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15000"/>
              </a:lnSpc>
              <a:spcBef>
                <a:spcPts val="0"/>
              </a:spcBef>
              <a:spcAft>
                <a:spcPts val="0"/>
              </a:spcAft>
              <a:buClr>
                <a:schemeClr val="dk1"/>
              </a:buClr>
              <a:buSzPts val="1400"/>
              <a:buFont typeface="Hanken Grotesk"/>
              <a:buChar char="●"/>
              <a:defRPr sz="28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15000"/>
              </a:lnSpc>
              <a:spcBef>
                <a:spcPts val="0"/>
              </a:spcBef>
              <a:spcAft>
                <a:spcPts val="0"/>
              </a:spcAft>
              <a:buClr>
                <a:schemeClr val="dk1"/>
              </a:buClr>
              <a:buSzPts val="1400"/>
              <a:buFont typeface="Hanken Grotesk"/>
              <a:buChar char="○"/>
              <a:defRPr sz="28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15000"/>
              </a:lnSpc>
              <a:spcBef>
                <a:spcPts val="0"/>
              </a:spcBef>
              <a:spcAft>
                <a:spcPts val="0"/>
              </a:spcAft>
              <a:buClr>
                <a:schemeClr val="dk1"/>
              </a:buClr>
              <a:buSzPts val="1400"/>
              <a:buFont typeface="Hanken Grotesk"/>
              <a:buChar char="■"/>
              <a:defRPr sz="28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15000"/>
              </a:lnSpc>
              <a:spcBef>
                <a:spcPts val="0"/>
              </a:spcBef>
              <a:spcAft>
                <a:spcPts val="0"/>
              </a:spcAft>
              <a:buClr>
                <a:schemeClr val="dk1"/>
              </a:buClr>
              <a:buSzPts val="1400"/>
              <a:buFont typeface="Hanken Grotesk"/>
              <a:buChar char="●"/>
              <a:defRPr sz="28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15000"/>
              </a:lnSpc>
              <a:spcBef>
                <a:spcPts val="0"/>
              </a:spcBef>
              <a:spcAft>
                <a:spcPts val="0"/>
              </a:spcAft>
              <a:buClr>
                <a:schemeClr val="dk1"/>
              </a:buClr>
              <a:buSzPts val="1400"/>
              <a:buFont typeface="Hanken Grotesk"/>
              <a:buChar char="○"/>
              <a:defRPr sz="28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15000"/>
              </a:lnSpc>
              <a:spcBef>
                <a:spcPts val="0"/>
              </a:spcBef>
              <a:spcAft>
                <a:spcPts val="0"/>
              </a:spcAft>
              <a:buClr>
                <a:schemeClr val="dk1"/>
              </a:buClr>
              <a:buSzPts val="1400"/>
              <a:buFont typeface="Hanken Grotesk"/>
              <a:buChar char="■"/>
              <a:defRPr sz="2800" b="0" i="0" u="none" strike="noStrike" cap="none">
                <a:solidFill>
                  <a:schemeClr val="dk1"/>
                </a:solidFill>
                <a:latin typeface="Hanken Grotesk"/>
                <a:ea typeface="Hanken Grotesk"/>
                <a:cs typeface="Hanken Grotesk"/>
                <a:sym typeface="Hanken Grotesk"/>
              </a:defRPr>
            </a:lvl9pPr>
          </a:lstStyle>
          <a:p>
            <a:pPr marL="139700" indent="0">
              <a:buNone/>
            </a:pPr>
            <a:r>
              <a:rPr lang="en-US" sz="2800" b="1" i="0" dirty="0">
                <a:solidFill>
                  <a:schemeClr val="tx1"/>
                </a:solidFill>
                <a:effectLst/>
                <a:latin typeface="Hanken Grotesk" panose="020B0604020202020204" charset="0"/>
              </a:rPr>
              <a:t>LSTM  (Long Short-Term Memory)</a:t>
            </a:r>
          </a:p>
          <a:p>
            <a:pPr marL="139700" indent="0">
              <a:buNone/>
            </a:pPr>
            <a:endParaRPr lang="en-US" sz="1800" dirty="0">
              <a:solidFill>
                <a:schemeClr val="tx1"/>
              </a:solidFill>
              <a:latin typeface="Hanken Grotesk" panose="020B0604020202020204" charset="0"/>
            </a:endParaRPr>
          </a:p>
          <a:p>
            <a:pPr marL="139700" indent="0">
              <a:buNone/>
            </a:pPr>
            <a:r>
              <a:rPr lang="en-US" sz="1800" b="0" i="0" dirty="0">
                <a:solidFill>
                  <a:schemeClr val="tx1"/>
                </a:solidFill>
                <a:effectLst/>
                <a:latin typeface="Hanken Grotesk" panose="020B0604020202020204" charset="0"/>
              </a:rPr>
              <a:t>MAE </a:t>
            </a:r>
            <a:r>
              <a:rPr lang="en-US" sz="1050" b="0" i="0" dirty="0">
                <a:solidFill>
                  <a:schemeClr val="tx1"/>
                </a:solidFill>
                <a:effectLst/>
                <a:latin typeface="Hanken Grotesk" panose="020B0604020202020204" charset="0"/>
              </a:rPr>
              <a:t>(Mean Absolute Error)</a:t>
            </a:r>
            <a:r>
              <a:rPr lang="en-US" sz="1800" b="0" i="0" dirty="0">
                <a:solidFill>
                  <a:schemeClr val="tx1"/>
                </a:solidFill>
                <a:effectLst/>
                <a:latin typeface="Hanken Grotesk" panose="020B0604020202020204" charset="0"/>
              </a:rPr>
              <a:t>		: 0.467</a:t>
            </a:r>
          </a:p>
          <a:p>
            <a:pPr marL="139700" indent="0">
              <a:buNone/>
            </a:pPr>
            <a:r>
              <a:rPr lang="en-US" sz="1800" dirty="0">
                <a:solidFill>
                  <a:schemeClr val="tx1"/>
                </a:solidFill>
                <a:latin typeface="Hanken Grotesk" panose="020B0604020202020204" charset="0"/>
              </a:rPr>
              <a:t>RMSE </a:t>
            </a:r>
            <a:r>
              <a:rPr lang="en-US" sz="1050" dirty="0">
                <a:solidFill>
                  <a:schemeClr val="tx1"/>
                </a:solidFill>
                <a:latin typeface="Hanken Grotesk" panose="020B0604020202020204" charset="0"/>
              </a:rPr>
              <a:t>(Root Mean Square Error)</a:t>
            </a:r>
            <a:r>
              <a:rPr lang="en-US" sz="1800" dirty="0">
                <a:solidFill>
                  <a:schemeClr val="tx1"/>
                </a:solidFill>
                <a:latin typeface="Hanken Grotesk" panose="020B0604020202020204" charset="0"/>
              </a:rPr>
              <a:t>		: 0.498  </a:t>
            </a:r>
          </a:p>
          <a:p>
            <a:pPr marL="139700" indent="0">
              <a:buNone/>
            </a:pPr>
            <a:r>
              <a:rPr lang="en-US" sz="1800" b="0" i="0" dirty="0">
                <a:solidFill>
                  <a:schemeClr val="tx1"/>
                </a:solidFill>
                <a:effectLst/>
                <a:latin typeface="Hanken Grotesk" panose="020B0604020202020204" charset="0"/>
              </a:rPr>
              <a:t>MAPR </a:t>
            </a:r>
            <a:r>
              <a:rPr lang="en-US" sz="1050" b="0" i="0" dirty="0">
                <a:solidFill>
                  <a:schemeClr val="tx1"/>
                </a:solidFill>
                <a:effectLst/>
                <a:latin typeface="Hanken Grotesk" panose="020B0604020202020204" charset="0"/>
              </a:rPr>
              <a:t>(Mean Absolute Percentage Error)	</a:t>
            </a:r>
            <a:r>
              <a:rPr lang="en-US" sz="1800" dirty="0">
                <a:solidFill>
                  <a:schemeClr val="tx1"/>
                </a:solidFill>
                <a:latin typeface="Hanken Grotesk" panose="020B0604020202020204" charset="0"/>
              </a:rPr>
              <a:t>: 14.15</a:t>
            </a:r>
            <a:r>
              <a:rPr lang="en-US" sz="1050" b="0" i="0" dirty="0">
                <a:solidFill>
                  <a:schemeClr val="tx1"/>
                </a:solidFill>
                <a:effectLst/>
                <a:latin typeface="Hanken Grotesk" panose="020B0604020202020204" charset="0"/>
              </a:rPr>
              <a:t> </a:t>
            </a:r>
            <a:endParaRPr lang="en-US" sz="1800" b="0" i="0" dirty="0">
              <a:solidFill>
                <a:schemeClr val="tx1"/>
              </a:solidFill>
              <a:effectLst/>
              <a:latin typeface="Hanken Grotesk" panose="020B0604020202020204" charset="0"/>
            </a:endParaRPr>
          </a:p>
          <a:p>
            <a:pPr marL="139700" indent="0">
              <a:buNone/>
            </a:pPr>
            <a:r>
              <a:rPr lang="en-US" sz="1800" b="0" i="0" dirty="0">
                <a:solidFill>
                  <a:schemeClr val="tx1"/>
                </a:solidFill>
                <a:effectLst/>
                <a:latin typeface="Hanken Grotesk" panose="020B0604020202020204" charset="0"/>
              </a:rPr>
              <a:t>R2 </a:t>
            </a:r>
            <a:r>
              <a:rPr lang="en-US" sz="1050" b="0" i="0" dirty="0">
                <a:solidFill>
                  <a:schemeClr val="tx1"/>
                </a:solidFill>
                <a:effectLst/>
                <a:latin typeface="Hanken Grotesk" panose="020B0604020202020204" charset="0"/>
              </a:rPr>
              <a:t>(Coefficient of Determination)</a:t>
            </a:r>
            <a:r>
              <a:rPr lang="en-US" sz="1800" b="0" i="0" dirty="0">
                <a:solidFill>
                  <a:schemeClr val="tx1"/>
                </a:solidFill>
                <a:effectLst/>
                <a:latin typeface="Hanken Grotesk" panose="020B0604020202020204" charset="0"/>
              </a:rPr>
              <a:t>		: 0.014</a:t>
            </a:r>
          </a:p>
          <a:p>
            <a:pPr marL="139700" indent="0">
              <a:buNone/>
            </a:pPr>
            <a:r>
              <a:rPr lang="en-US" sz="1800" b="0" i="0" dirty="0">
                <a:solidFill>
                  <a:schemeClr val="tx1"/>
                </a:solidFill>
                <a:effectLst/>
                <a:latin typeface="Hanken Grotesk" panose="020B0604020202020204" charset="0"/>
              </a:rPr>
              <a:t>Accuracy			: 83.30%</a:t>
            </a:r>
            <a:endParaRPr lang="en-US" sz="1800" dirty="0">
              <a:solidFill>
                <a:schemeClr val="tx1"/>
              </a:solidFill>
              <a:latin typeface="Hanken Grotesk" panose="020B0604020202020204" charset="0"/>
            </a:endParaRPr>
          </a:p>
        </p:txBody>
      </p:sp>
      <p:sp>
        <p:nvSpPr>
          <p:cNvPr id="2" name="Google Shape;330;p36">
            <a:extLst>
              <a:ext uri="{FF2B5EF4-FFF2-40B4-BE49-F238E27FC236}">
                <a16:creationId xmlns:a16="http://schemas.microsoft.com/office/drawing/2014/main" id="{CD18534A-FEC8-AB9D-F34B-6CF794CD3F95}"/>
              </a:ext>
            </a:extLst>
          </p:cNvPr>
          <p:cNvSpPr txBox="1">
            <a:spLocks/>
          </p:cNvSpPr>
          <p:nvPr/>
        </p:nvSpPr>
        <p:spPr>
          <a:xfrm>
            <a:off x="241332" y="4614412"/>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17 - </a:t>
            </a:r>
            <a:fld id="{1612EBDF-BBCF-4455-9CA4-C9C775D5C22A}" type="datetime1">
              <a:rPr lang="en-US" sz="1000" smtClean="0"/>
              <a:t>12/4/2025</a:t>
            </a:fld>
            <a:endParaRPr lang="en-US" sz="1000" dirty="0"/>
          </a:p>
        </p:txBody>
      </p:sp>
    </p:spTree>
    <p:extLst>
      <p:ext uri="{BB962C8B-B14F-4D97-AF65-F5344CB8AC3E}">
        <p14:creationId xmlns:p14="http://schemas.microsoft.com/office/powerpoint/2010/main" val="318888282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Google Shape;329;p36">
            <a:extLst>
              <a:ext uri="{FF2B5EF4-FFF2-40B4-BE49-F238E27FC236}">
                <a16:creationId xmlns:a16="http://schemas.microsoft.com/office/drawing/2014/main" id="{BFE1BF81-4654-B512-0EDA-17498BF909C3}"/>
              </a:ext>
            </a:extLst>
          </p:cNvPr>
          <p:cNvSpPr txBox="1">
            <a:spLocks/>
          </p:cNvSpPr>
          <p:nvPr/>
        </p:nvSpPr>
        <p:spPr>
          <a:xfrm>
            <a:off x="1193195" y="390020"/>
            <a:ext cx="5067600" cy="55897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Figtree Black"/>
              <a:buNone/>
              <a:defRPr sz="2800" b="0" i="0" u="none" strike="noStrike" cap="none">
                <a:solidFill>
                  <a:schemeClr val="dk1"/>
                </a:solidFill>
                <a:latin typeface="Figtree Black"/>
                <a:ea typeface="Figtree Black"/>
                <a:cs typeface="Figtree Black"/>
                <a:sym typeface="Figtree Black"/>
              </a:defRPr>
            </a:lvl1pPr>
            <a:lvl2pPr marR="0" lvl="1"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2pPr>
            <a:lvl3pPr marR="0" lvl="2"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3pPr>
            <a:lvl4pPr marR="0" lvl="3"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4pPr>
            <a:lvl5pPr marR="0" lvl="4"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5pPr>
            <a:lvl6pPr marR="0" lvl="5"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6pPr>
            <a:lvl7pPr marR="0" lvl="6"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7pPr>
            <a:lvl8pPr marR="0" lvl="7"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8pPr>
            <a:lvl9pPr marR="0" lvl="8"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9pPr>
          </a:lstStyle>
          <a:p>
            <a:r>
              <a:rPr lang="en-US" sz="2400" dirty="0"/>
              <a:t>Performance Evaluation</a:t>
            </a:r>
          </a:p>
        </p:txBody>
      </p:sp>
      <p:sp>
        <p:nvSpPr>
          <p:cNvPr id="8" name="Google Shape;331;p36">
            <a:extLst>
              <a:ext uri="{FF2B5EF4-FFF2-40B4-BE49-F238E27FC236}">
                <a16:creationId xmlns:a16="http://schemas.microsoft.com/office/drawing/2014/main" id="{82295662-F4E9-868D-B117-C87B48D2A093}"/>
              </a:ext>
            </a:extLst>
          </p:cNvPr>
          <p:cNvSpPr txBox="1">
            <a:spLocks/>
          </p:cNvSpPr>
          <p:nvPr/>
        </p:nvSpPr>
        <p:spPr>
          <a:xfrm>
            <a:off x="241332" y="242085"/>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000" dirty="0">
                <a:solidFill>
                  <a:schemeClr val="lt1"/>
                </a:solidFill>
                <a:latin typeface="Figtree Black"/>
                <a:sym typeface="Figtree Black"/>
              </a:rPr>
              <a:t>4.4</a:t>
            </a:r>
            <a:endParaRPr lang="en" sz="3000" dirty="0"/>
          </a:p>
        </p:txBody>
      </p:sp>
      <p:sp>
        <p:nvSpPr>
          <p:cNvPr id="17" name="Subtitle 4">
            <a:extLst>
              <a:ext uri="{FF2B5EF4-FFF2-40B4-BE49-F238E27FC236}">
                <a16:creationId xmlns:a16="http://schemas.microsoft.com/office/drawing/2014/main" id="{5F787465-7631-8DA9-23CC-13A5225FDFD9}"/>
              </a:ext>
            </a:extLst>
          </p:cNvPr>
          <p:cNvSpPr txBox="1">
            <a:spLocks/>
          </p:cNvSpPr>
          <p:nvPr/>
        </p:nvSpPr>
        <p:spPr>
          <a:xfrm>
            <a:off x="1065732" y="1008045"/>
            <a:ext cx="3772800" cy="3615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2400"/>
              <a:buFont typeface="Figtree Black"/>
              <a:buNone/>
              <a:defRPr sz="1900" b="0" i="0" u="none" strike="noStrike" cap="none">
                <a:solidFill>
                  <a:schemeClr val="dk1"/>
                </a:solidFill>
                <a:latin typeface="Figtree Black"/>
                <a:ea typeface="Figtree Black"/>
                <a:cs typeface="Figtree Black"/>
                <a:sym typeface="Figtree Black"/>
              </a:defRPr>
            </a:lvl1pPr>
            <a:lvl2pPr marL="914400" marR="0" lvl="1"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2pPr>
            <a:lvl3pPr marL="1371600" marR="0" lvl="2"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3pPr>
            <a:lvl4pPr marL="1828800" marR="0" lvl="3"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4pPr>
            <a:lvl5pPr marL="2286000" marR="0" lvl="4"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5pPr>
            <a:lvl6pPr marL="2743200" marR="0" lvl="5"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6pPr>
            <a:lvl7pPr marL="3200400" marR="0" lvl="6"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7pPr>
            <a:lvl8pPr marL="3657600" marR="0" lvl="7"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8pPr>
            <a:lvl9pPr marL="4114800" marR="0" lvl="8"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9pPr>
          </a:lstStyle>
          <a:p>
            <a:r>
              <a:rPr lang="en-US" sz="1600" dirty="0"/>
              <a:t>Best Over All Models</a:t>
            </a:r>
          </a:p>
        </p:txBody>
      </p:sp>
      <p:sp>
        <p:nvSpPr>
          <p:cNvPr id="3" name="Subtitle 3">
            <a:extLst>
              <a:ext uri="{FF2B5EF4-FFF2-40B4-BE49-F238E27FC236}">
                <a16:creationId xmlns:a16="http://schemas.microsoft.com/office/drawing/2014/main" id="{52E226A4-F80E-43A5-04F0-37BBA685C7C5}"/>
              </a:ext>
            </a:extLst>
          </p:cNvPr>
          <p:cNvSpPr txBox="1">
            <a:spLocks/>
          </p:cNvSpPr>
          <p:nvPr/>
        </p:nvSpPr>
        <p:spPr>
          <a:xfrm>
            <a:off x="1065732" y="1369544"/>
            <a:ext cx="7062268" cy="310085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1200"/>
              <a:buFont typeface="Hanken Grotesk"/>
              <a:buChar char="●"/>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15000"/>
              </a:lnSpc>
              <a:spcBef>
                <a:spcPts val="0"/>
              </a:spcBef>
              <a:spcAft>
                <a:spcPts val="0"/>
              </a:spcAft>
              <a:buClr>
                <a:schemeClr val="dk1"/>
              </a:buClr>
              <a:buSzPts val="1400"/>
              <a:buFont typeface="Hanken Grotesk"/>
              <a:buChar char="○"/>
              <a:defRPr sz="28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15000"/>
              </a:lnSpc>
              <a:spcBef>
                <a:spcPts val="0"/>
              </a:spcBef>
              <a:spcAft>
                <a:spcPts val="0"/>
              </a:spcAft>
              <a:buClr>
                <a:schemeClr val="dk1"/>
              </a:buClr>
              <a:buSzPts val="1400"/>
              <a:buFont typeface="Hanken Grotesk"/>
              <a:buChar char="■"/>
              <a:defRPr sz="28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15000"/>
              </a:lnSpc>
              <a:spcBef>
                <a:spcPts val="0"/>
              </a:spcBef>
              <a:spcAft>
                <a:spcPts val="0"/>
              </a:spcAft>
              <a:buClr>
                <a:schemeClr val="dk1"/>
              </a:buClr>
              <a:buSzPts val="1400"/>
              <a:buFont typeface="Hanken Grotesk"/>
              <a:buChar char="●"/>
              <a:defRPr sz="28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15000"/>
              </a:lnSpc>
              <a:spcBef>
                <a:spcPts val="0"/>
              </a:spcBef>
              <a:spcAft>
                <a:spcPts val="0"/>
              </a:spcAft>
              <a:buClr>
                <a:schemeClr val="dk1"/>
              </a:buClr>
              <a:buSzPts val="1400"/>
              <a:buFont typeface="Hanken Grotesk"/>
              <a:buChar char="○"/>
              <a:defRPr sz="28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15000"/>
              </a:lnSpc>
              <a:spcBef>
                <a:spcPts val="0"/>
              </a:spcBef>
              <a:spcAft>
                <a:spcPts val="0"/>
              </a:spcAft>
              <a:buClr>
                <a:schemeClr val="dk1"/>
              </a:buClr>
              <a:buSzPts val="1400"/>
              <a:buFont typeface="Hanken Grotesk"/>
              <a:buChar char="■"/>
              <a:defRPr sz="28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15000"/>
              </a:lnSpc>
              <a:spcBef>
                <a:spcPts val="0"/>
              </a:spcBef>
              <a:spcAft>
                <a:spcPts val="0"/>
              </a:spcAft>
              <a:buClr>
                <a:schemeClr val="dk1"/>
              </a:buClr>
              <a:buSzPts val="1400"/>
              <a:buFont typeface="Hanken Grotesk"/>
              <a:buChar char="●"/>
              <a:defRPr sz="28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15000"/>
              </a:lnSpc>
              <a:spcBef>
                <a:spcPts val="0"/>
              </a:spcBef>
              <a:spcAft>
                <a:spcPts val="0"/>
              </a:spcAft>
              <a:buClr>
                <a:schemeClr val="dk1"/>
              </a:buClr>
              <a:buSzPts val="1400"/>
              <a:buFont typeface="Hanken Grotesk"/>
              <a:buChar char="○"/>
              <a:defRPr sz="28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15000"/>
              </a:lnSpc>
              <a:spcBef>
                <a:spcPts val="0"/>
              </a:spcBef>
              <a:spcAft>
                <a:spcPts val="0"/>
              </a:spcAft>
              <a:buClr>
                <a:schemeClr val="dk1"/>
              </a:buClr>
              <a:buSzPts val="1400"/>
              <a:buFont typeface="Hanken Grotesk"/>
              <a:buChar char="■"/>
              <a:defRPr sz="2800" b="0" i="0" u="none" strike="noStrike" cap="none">
                <a:solidFill>
                  <a:schemeClr val="dk1"/>
                </a:solidFill>
                <a:latin typeface="Hanken Grotesk"/>
                <a:ea typeface="Hanken Grotesk"/>
                <a:cs typeface="Hanken Grotesk"/>
                <a:sym typeface="Hanken Grotesk"/>
              </a:defRPr>
            </a:lvl9pPr>
          </a:lstStyle>
          <a:p>
            <a:pPr marL="139700" indent="0">
              <a:buNone/>
            </a:pPr>
            <a:r>
              <a:rPr lang="en-US" sz="2800" b="1" i="0" dirty="0" err="1">
                <a:solidFill>
                  <a:schemeClr val="tx1"/>
                </a:solidFill>
                <a:effectLst/>
                <a:latin typeface="Hanken Grotesk" panose="020B0604020202020204" charset="0"/>
              </a:rPr>
              <a:t>XGBoost</a:t>
            </a:r>
            <a:r>
              <a:rPr lang="en-US" sz="2800" b="1" i="0" dirty="0">
                <a:solidFill>
                  <a:schemeClr val="tx1"/>
                </a:solidFill>
                <a:effectLst/>
                <a:latin typeface="Hanken Grotesk" panose="020B0604020202020204" charset="0"/>
              </a:rPr>
              <a:t> (Tuned)</a:t>
            </a:r>
          </a:p>
          <a:p>
            <a:pPr marL="139700" indent="0">
              <a:buNone/>
            </a:pPr>
            <a:endParaRPr lang="en-US" dirty="0">
              <a:solidFill>
                <a:schemeClr val="tx1"/>
              </a:solidFill>
              <a:latin typeface="Hanken Grotesk" panose="020B0604020202020204" charset="0"/>
            </a:endParaRPr>
          </a:p>
          <a:p>
            <a:pPr marL="139700" indent="0">
              <a:buNone/>
            </a:pPr>
            <a:r>
              <a:rPr lang="en-US" dirty="0">
                <a:solidFill>
                  <a:schemeClr val="tx1"/>
                </a:solidFill>
                <a:latin typeface="Hanken Grotesk" panose="020B0604020202020204" charset="0"/>
              </a:rPr>
              <a:t>Best generalization, Best error metrics, Best accuracy, Best balance between complexity and performance</a:t>
            </a:r>
          </a:p>
          <a:p>
            <a:pPr marL="139700" indent="0">
              <a:buNone/>
            </a:pPr>
            <a:endParaRPr lang="en-US" sz="1800" b="0" i="0" dirty="0">
              <a:solidFill>
                <a:schemeClr val="tx1"/>
              </a:solidFill>
              <a:effectLst/>
              <a:latin typeface="Hanken Grotesk" panose="020B0604020202020204" charset="0"/>
            </a:endParaRPr>
          </a:p>
          <a:p>
            <a:r>
              <a:rPr lang="en-US" sz="1800" dirty="0">
                <a:solidFill>
                  <a:schemeClr val="tx1"/>
                </a:solidFill>
                <a:latin typeface="Hanken Grotesk" panose="020B0604020202020204" charset="0"/>
              </a:rPr>
              <a:t>Captures nonlinear relationships effectively</a:t>
            </a:r>
          </a:p>
          <a:p>
            <a:r>
              <a:rPr lang="en-US" sz="1800" dirty="0">
                <a:solidFill>
                  <a:schemeClr val="tx1"/>
                </a:solidFill>
                <a:latin typeface="Hanken Grotesk" panose="020B0604020202020204" charset="0"/>
              </a:rPr>
              <a:t>Handles weather-driven patterns well</a:t>
            </a:r>
          </a:p>
          <a:p>
            <a:r>
              <a:rPr lang="en-US" sz="1800" dirty="0">
                <a:solidFill>
                  <a:schemeClr val="tx1"/>
                </a:solidFill>
                <a:latin typeface="Hanken Grotesk" panose="020B0604020202020204" charset="0"/>
              </a:rPr>
              <a:t>Robust to irregular temporal behavior</a:t>
            </a:r>
          </a:p>
          <a:p>
            <a:r>
              <a:rPr lang="en-US" sz="1800" dirty="0">
                <a:solidFill>
                  <a:schemeClr val="tx1"/>
                </a:solidFill>
                <a:latin typeface="Hanken Grotesk" panose="020B0604020202020204" charset="0"/>
              </a:rPr>
              <a:t>Explains 83.1% of variance in load data</a:t>
            </a:r>
          </a:p>
        </p:txBody>
      </p:sp>
      <p:sp>
        <p:nvSpPr>
          <p:cNvPr id="2" name="Google Shape;330;p36">
            <a:extLst>
              <a:ext uri="{FF2B5EF4-FFF2-40B4-BE49-F238E27FC236}">
                <a16:creationId xmlns:a16="http://schemas.microsoft.com/office/drawing/2014/main" id="{C6B1A35D-3CB8-FF91-8159-62E8EAB22676}"/>
              </a:ext>
            </a:extLst>
          </p:cNvPr>
          <p:cNvSpPr txBox="1">
            <a:spLocks/>
          </p:cNvSpPr>
          <p:nvPr/>
        </p:nvSpPr>
        <p:spPr>
          <a:xfrm>
            <a:off x="241332" y="4612818"/>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18 - </a:t>
            </a:r>
            <a:fld id="{1612EBDF-BBCF-4455-9CA4-C9C775D5C22A}" type="datetime1">
              <a:rPr lang="en-US" sz="1000" smtClean="0"/>
              <a:t>12/4/2025</a:t>
            </a:fld>
            <a:endParaRPr lang="en-US" sz="1000" dirty="0"/>
          </a:p>
        </p:txBody>
      </p:sp>
    </p:spTree>
    <p:extLst>
      <p:ext uri="{BB962C8B-B14F-4D97-AF65-F5344CB8AC3E}">
        <p14:creationId xmlns:p14="http://schemas.microsoft.com/office/powerpoint/2010/main" val="360713075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Google Shape;329;p36">
            <a:extLst>
              <a:ext uri="{FF2B5EF4-FFF2-40B4-BE49-F238E27FC236}">
                <a16:creationId xmlns:a16="http://schemas.microsoft.com/office/drawing/2014/main" id="{BFE1BF81-4654-B512-0EDA-17498BF909C3}"/>
              </a:ext>
            </a:extLst>
          </p:cNvPr>
          <p:cNvSpPr txBox="1">
            <a:spLocks/>
          </p:cNvSpPr>
          <p:nvPr/>
        </p:nvSpPr>
        <p:spPr>
          <a:xfrm>
            <a:off x="1193195" y="390020"/>
            <a:ext cx="5067600" cy="55897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Figtree Black"/>
              <a:buNone/>
              <a:defRPr sz="2800" b="0" i="0" u="none" strike="noStrike" cap="none">
                <a:solidFill>
                  <a:schemeClr val="dk1"/>
                </a:solidFill>
                <a:latin typeface="Figtree Black"/>
                <a:ea typeface="Figtree Black"/>
                <a:cs typeface="Figtree Black"/>
                <a:sym typeface="Figtree Black"/>
              </a:defRPr>
            </a:lvl1pPr>
            <a:lvl2pPr marR="0" lvl="1"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2pPr>
            <a:lvl3pPr marR="0" lvl="2"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3pPr>
            <a:lvl4pPr marR="0" lvl="3"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4pPr>
            <a:lvl5pPr marR="0" lvl="4"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5pPr>
            <a:lvl6pPr marR="0" lvl="5"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6pPr>
            <a:lvl7pPr marR="0" lvl="6"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7pPr>
            <a:lvl8pPr marR="0" lvl="7"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8pPr>
            <a:lvl9pPr marR="0" lvl="8" algn="l" rtl="0">
              <a:lnSpc>
                <a:spcPct val="100000"/>
              </a:lnSpc>
              <a:spcBef>
                <a:spcPts val="0"/>
              </a:spcBef>
              <a:spcAft>
                <a:spcPts val="0"/>
              </a:spcAft>
              <a:buClr>
                <a:schemeClr val="dk1"/>
              </a:buClr>
              <a:buSzPts val="3000"/>
              <a:buFont typeface="Figtree Black"/>
              <a:buNone/>
              <a:defRPr sz="3000" b="0" i="0" u="none" strike="noStrike" cap="none">
                <a:solidFill>
                  <a:schemeClr val="dk1"/>
                </a:solidFill>
                <a:latin typeface="Figtree Black"/>
                <a:ea typeface="Figtree Black"/>
                <a:cs typeface="Figtree Black"/>
                <a:sym typeface="Figtree Black"/>
              </a:defRPr>
            </a:lvl9pPr>
          </a:lstStyle>
          <a:p>
            <a:r>
              <a:rPr lang="en-US" sz="2400" dirty="0"/>
              <a:t>Performance Evaluation</a:t>
            </a:r>
          </a:p>
        </p:txBody>
      </p:sp>
      <p:sp>
        <p:nvSpPr>
          <p:cNvPr id="8" name="Google Shape;331;p36">
            <a:extLst>
              <a:ext uri="{FF2B5EF4-FFF2-40B4-BE49-F238E27FC236}">
                <a16:creationId xmlns:a16="http://schemas.microsoft.com/office/drawing/2014/main" id="{82295662-F4E9-868D-B117-C87B48D2A093}"/>
              </a:ext>
            </a:extLst>
          </p:cNvPr>
          <p:cNvSpPr txBox="1">
            <a:spLocks/>
          </p:cNvSpPr>
          <p:nvPr/>
        </p:nvSpPr>
        <p:spPr>
          <a:xfrm>
            <a:off x="241332" y="242085"/>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000" dirty="0">
                <a:solidFill>
                  <a:schemeClr val="lt1"/>
                </a:solidFill>
                <a:latin typeface="Figtree Black"/>
                <a:sym typeface="Figtree Black"/>
              </a:rPr>
              <a:t>4.4</a:t>
            </a:r>
            <a:endParaRPr lang="en" sz="3000" dirty="0"/>
          </a:p>
        </p:txBody>
      </p:sp>
      <p:graphicFrame>
        <p:nvGraphicFramePr>
          <p:cNvPr id="2" name="Table 1">
            <a:extLst>
              <a:ext uri="{FF2B5EF4-FFF2-40B4-BE49-F238E27FC236}">
                <a16:creationId xmlns:a16="http://schemas.microsoft.com/office/drawing/2014/main" id="{F03368BC-E293-4649-B606-B7DD07CA55F2}"/>
              </a:ext>
            </a:extLst>
          </p:cNvPr>
          <p:cNvGraphicFramePr>
            <a:graphicFrameLocks noGrp="1"/>
          </p:cNvGraphicFramePr>
          <p:nvPr>
            <p:extLst>
              <p:ext uri="{D42A27DB-BD31-4B8C-83A1-F6EECF244321}">
                <p14:modId xmlns:p14="http://schemas.microsoft.com/office/powerpoint/2010/main" val="3766699489"/>
              </p:ext>
            </p:extLst>
          </p:nvPr>
        </p:nvGraphicFramePr>
        <p:xfrm>
          <a:off x="1300976" y="1428600"/>
          <a:ext cx="6110868" cy="3152088"/>
        </p:xfrm>
        <a:graphic>
          <a:graphicData uri="http://schemas.openxmlformats.org/drawingml/2006/table">
            <a:tbl>
              <a:tblPr>
                <a:tableStyleId>{5940675A-B579-460E-94D1-54222C63F5DA}</a:tableStyleId>
              </a:tblPr>
              <a:tblGrid>
                <a:gridCol w="721111">
                  <a:extLst>
                    <a:ext uri="{9D8B030D-6E8A-4147-A177-3AD203B41FA5}">
                      <a16:colId xmlns:a16="http://schemas.microsoft.com/office/drawing/2014/main" val="3596299103"/>
                    </a:ext>
                  </a:extLst>
                </a:gridCol>
                <a:gridCol w="1628078">
                  <a:extLst>
                    <a:ext uri="{9D8B030D-6E8A-4147-A177-3AD203B41FA5}">
                      <a16:colId xmlns:a16="http://schemas.microsoft.com/office/drawing/2014/main" val="3837540607"/>
                    </a:ext>
                  </a:extLst>
                </a:gridCol>
                <a:gridCol w="706245">
                  <a:extLst>
                    <a:ext uri="{9D8B030D-6E8A-4147-A177-3AD203B41FA5}">
                      <a16:colId xmlns:a16="http://schemas.microsoft.com/office/drawing/2014/main" val="1558304887"/>
                    </a:ext>
                  </a:extLst>
                </a:gridCol>
                <a:gridCol w="1018478">
                  <a:extLst>
                    <a:ext uri="{9D8B030D-6E8A-4147-A177-3AD203B41FA5}">
                      <a16:colId xmlns:a16="http://schemas.microsoft.com/office/drawing/2014/main" val="3522377069"/>
                    </a:ext>
                  </a:extLst>
                </a:gridCol>
                <a:gridCol w="1018478">
                  <a:extLst>
                    <a:ext uri="{9D8B030D-6E8A-4147-A177-3AD203B41FA5}">
                      <a16:colId xmlns:a16="http://schemas.microsoft.com/office/drawing/2014/main" val="29645923"/>
                    </a:ext>
                  </a:extLst>
                </a:gridCol>
                <a:gridCol w="1018478">
                  <a:extLst>
                    <a:ext uri="{9D8B030D-6E8A-4147-A177-3AD203B41FA5}">
                      <a16:colId xmlns:a16="http://schemas.microsoft.com/office/drawing/2014/main" val="814706010"/>
                    </a:ext>
                  </a:extLst>
                </a:gridCol>
              </a:tblGrid>
              <a:tr h="262674">
                <a:tc>
                  <a:txBody>
                    <a:bodyPr/>
                    <a:lstStyle/>
                    <a:p>
                      <a:pPr algn="ctr"/>
                      <a:r>
                        <a:rPr lang="en-US" sz="900" b="1" dirty="0">
                          <a:latin typeface="Hanken Grotesk" panose="020B0604020202020204" charset="0"/>
                        </a:rPr>
                        <a:t>Rank</a:t>
                      </a:r>
                      <a:endParaRPr lang="en-US" sz="900" dirty="0">
                        <a:latin typeface="Hanken Grotesk" panose="020B0604020202020204" charset="0"/>
                      </a:endParaRPr>
                    </a:p>
                  </a:txBody>
                  <a:tcPr marL="56005" marR="56005" marT="28002" marB="28002" anchor="ctr"/>
                </a:tc>
                <a:tc>
                  <a:txBody>
                    <a:bodyPr/>
                    <a:lstStyle/>
                    <a:p>
                      <a:pPr algn="ctr"/>
                      <a:r>
                        <a:rPr lang="en-US" sz="900" b="1">
                          <a:latin typeface="Hanken Grotesk" panose="020B0604020202020204" charset="0"/>
                        </a:rPr>
                        <a:t>Model</a:t>
                      </a:r>
                      <a:endParaRPr lang="en-US" sz="900">
                        <a:latin typeface="Hanken Grotesk" panose="020B0604020202020204" charset="0"/>
                      </a:endParaRPr>
                    </a:p>
                  </a:txBody>
                  <a:tcPr marL="56005" marR="56005" marT="28002" marB="28002" anchor="ctr"/>
                </a:tc>
                <a:tc>
                  <a:txBody>
                    <a:bodyPr/>
                    <a:lstStyle/>
                    <a:p>
                      <a:pPr algn="ctr"/>
                      <a:r>
                        <a:rPr lang="en-US" sz="900" b="1">
                          <a:latin typeface="Hanken Grotesk" panose="020B0604020202020204" charset="0"/>
                        </a:rPr>
                        <a:t>MAE</a:t>
                      </a:r>
                      <a:endParaRPr lang="en-US" sz="900">
                        <a:latin typeface="Hanken Grotesk" panose="020B0604020202020204" charset="0"/>
                      </a:endParaRPr>
                    </a:p>
                  </a:txBody>
                  <a:tcPr marL="56005" marR="56005" marT="28002" marB="28002" anchor="ctr"/>
                </a:tc>
                <a:tc>
                  <a:txBody>
                    <a:bodyPr/>
                    <a:lstStyle/>
                    <a:p>
                      <a:pPr algn="ctr"/>
                      <a:r>
                        <a:rPr lang="en-US" sz="900" b="1">
                          <a:latin typeface="Hanken Grotesk" panose="020B0604020202020204" charset="0"/>
                        </a:rPr>
                        <a:t>RMSE</a:t>
                      </a:r>
                      <a:endParaRPr lang="en-US" sz="900">
                        <a:latin typeface="Hanken Grotesk" panose="020B0604020202020204" charset="0"/>
                      </a:endParaRPr>
                    </a:p>
                  </a:txBody>
                  <a:tcPr marL="56005" marR="56005" marT="28002" marB="28002" anchor="ctr"/>
                </a:tc>
                <a:tc>
                  <a:txBody>
                    <a:bodyPr/>
                    <a:lstStyle/>
                    <a:p>
                      <a:pPr algn="ctr"/>
                      <a:r>
                        <a:rPr lang="en-US" sz="900" b="1">
                          <a:latin typeface="Hanken Grotesk" panose="020B0604020202020204" charset="0"/>
                        </a:rPr>
                        <a:t>R²</a:t>
                      </a:r>
                      <a:endParaRPr lang="en-US" sz="900">
                        <a:latin typeface="Hanken Grotesk" panose="020B0604020202020204" charset="0"/>
                      </a:endParaRPr>
                    </a:p>
                  </a:txBody>
                  <a:tcPr marL="56005" marR="56005" marT="28002" marB="28002" anchor="ctr"/>
                </a:tc>
                <a:tc>
                  <a:txBody>
                    <a:bodyPr/>
                    <a:lstStyle/>
                    <a:p>
                      <a:pPr algn="ctr"/>
                      <a:r>
                        <a:rPr lang="en-US" sz="900" b="1">
                          <a:latin typeface="Hanken Grotesk" panose="020B0604020202020204" charset="0"/>
                        </a:rPr>
                        <a:t>Category</a:t>
                      </a:r>
                      <a:endParaRPr lang="en-US" sz="900">
                        <a:latin typeface="Hanken Grotesk" panose="020B0604020202020204" charset="0"/>
                      </a:endParaRPr>
                    </a:p>
                  </a:txBody>
                  <a:tcPr marL="56005" marR="56005" marT="28002" marB="28002" anchor="ctr"/>
                </a:tc>
                <a:extLst>
                  <a:ext uri="{0D108BD9-81ED-4DB2-BD59-A6C34878D82A}">
                    <a16:rowId xmlns:a16="http://schemas.microsoft.com/office/drawing/2014/main" val="1060464064"/>
                  </a:ext>
                </a:extLst>
              </a:tr>
              <a:tr h="262674">
                <a:tc>
                  <a:txBody>
                    <a:bodyPr/>
                    <a:lstStyle/>
                    <a:p>
                      <a:pPr algn="ctr"/>
                      <a:r>
                        <a:rPr lang="en-US" sz="900" b="1" dirty="0">
                          <a:latin typeface="Hanken Grotesk" panose="020B0604020202020204" charset="0"/>
                        </a:rPr>
                        <a:t>1</a:t>
                      </a:r>
                      <a:endParaRPr lang="en-US" sz="900" dirty="0">
                        <a:latin typeface="Hanken Grotesk" panose="020B0604020202020204" charset="0"/>
                      </a:endParaRPr>
                    </a:p>
                  </a:txBody>
                  <a:tcPr marL="56005" marR="56005" marT="28002" marB="28002" anchor="ctr"/>
                </a:tc>
                <a:tc>
                  <a:txBody>
                    <a:bodyPr/>
                    <a:lstStyle/>
                    <a:p>
                      <a:pPr algn="ctr"/>
                      <a:r>
                        <a:rPr lang="en-US" sz="900" b="1" dirty="0" err="1">
                          <a:latin typeface="Hanken Grotesk" panose="020B0604020202020204" charset="0"/>
                        </a:rPr>
                        <a:t>XGBoost</a:t>
                      </a:r>
                      <a:r>
                        <a:rPr lang="en-US" sz="900" b="1" dirty="0">
                          <a:latin typeface="Hanken Grotesk" panose="020B0604020202020204" charset="0"/>
                        </a:rPr>
                        <a:t> (Tuned)</a:t>
                      </a:r>
                      <a:endParaRPr lang="en-US" sz="900" dirty="0">
                        <a:latin typeface="Hanken Grotesk" panose="020B0604020202020204" charset="0"/>
                      </a:endParaRPr>
                    </a:p>
                  </a:txBody>
                  <a:tcPr marL="56005" marR="56005" marT="28002" marB="28002" anchor="ctr"/>
                </a:tc>
                <a:tc>
                  <a:txBody>
                    <a:bodyPr/>
                    <a:lstStyle/>
                    <a:p>
                      <a:pPr algn="ctr"/>
                      <a:r>
                        <a:rPr lang="en-US" sz="900" b="1">
                          <a:latin typeface="Hanken Grotesk" panose="020B0604020202020204" charset="0"/>
                        </a:rPr>
                        <a:t>0.257</a:t>
                      </a:r>
                      <a:endParaRPr lang="en-US" sz="900">
                        <a:latin typeface="Hanken Grotesk" panose="020B0604020202020204" charset="0"/>
                      </a:endParaRPr>
                    </a:p>
                  </a:txBody>
                  <a:tcPr marL="56005" marR="56005" marT="28002" marB="28002" anchor="ctr"/>
                </a:tc>
                <a:tc>
                  <a:txBody>
                    <a:bodyPr/>
                    <a:lstStyle/>
                    <a:p>
                      <a:pPr algn="ctr"/>
                      <a:r>
                        <a:rPr lang="en-US" sz="900" b="1">
                          <a:latin typeface="Hanken Grotesk" panose="020B0604020202020204" charset="0"/>
                        </a:rPr>
                        <a:t>0.384</a:t>
                      </a:r>
                      <a:endParaRPr lang="en-US" sz="900">
                        <a:latin typeface="Hanken Grotesk" panose="020B0604020202020204" charset="0"/>
                      </a:endParaRPr>
                    </a:p>
                  </a:txBody>
                  <a:tcPr marL="56005" marR="56005" marT="28002" marB="28002" anchor="ctr"/>
                </a:tc>
                <a:tc>
                  <a:txBody>
                    <a:bodyPr/>
                    <a:lstStyle/>
                    <a:p>
                      <a:pPr algn="ctr"/>
                      <a:r>
                        <a:rPr lang="en-US" sz="900" b="1">
                          <a:latin typeface="Hanken Grotesk" panose="020B0604020202020204" charset="0"/>
                        </a:rPr>
                        <a:t>0.8312</a:t>
                      </a:r>
                      <a:endParaRPr lang="en-US" sz="900">
                        <a:latin typeface="Hanken Grotesk" panose="020B0604020202020204" charset="0"/>
                      </a:endParaRPr>
                    </a:p>
                  </a:txBody>
                  <a:tcPr marL="56005" marR="56005" marT="28002" marB="28002" anchor="ctr"/>
                </a:tc>
                <a:tc>
                  <a:txBody>
                    <a:bodyPr/>
                    <a:lstStyle/>
                    <a:p>
                      <a:pPr algn="ctr"/>
                      <a:r>
                        <a:rPr lang="en-US" sz="900">
                          <a:latin typeface="Hanken Grotesk" panose="020B0604020202020204" charset="0"/>
                        </a:rPr>
                        <a:t>ML</a:t>
                      </a:r>
                    </a:p>
                  </a:txBody>
                  <a:tcPr marL="56005" marR="56005" marT="28002" marB="28002" anchor="ctr"/>
                </a:tc>
                <a:extLst>
                  <a:ext uri="{0D108BD9-81ED-4DB2-BD59-A6C34878D82A}">
                    <a16:rowId xmlns:a16="http://schemas.microsoft.com/office/drawing/2014/main" val="1620346720"/>
                  </a:ext>
                </a:extLst>
              </a:tr>
              <a:tr h="262674">
                <a:tc>
                  <a:txBody>
                    <a:bodyPr/>
                    <a:lstStyle/>
                    <a:p>
                      <a:pPr algn="ctr"/>
                      <a:r>
                        <a:rPr lang="en-US" sz="900" b="1">
                          <a:latin typeface="Hanken Grotesk" panose="020B0604020202020204" charset="0"/>
                        </a:rPr>
                        <a:t>2</a:t>
                      </a:r>
                      <a:endParaRPr lang="en-US" sz="900">
                        <a:latin typeface="Hanken Grotesk" panose="020B0604020202020204" charset="0"/>
                      </a:endParaRPr>
                    </a:p>
                  </a:txBody>
                  <a:tcPr marL="56005" marR="56005" marT="28002" marB="28002" anchor="ctr"/>
                </a:tc>
                <a:tc>
                  <a:txBody>
                    <a:bodyPr/>
                    <a:lstStyle/>
                    <a:p>
                      <a:pPr algn="ctr"/>
                      <a:r>
                        <a:rPr lang="en-US" sz="900" b="1">
                          <a:latin typeface="Hanken Grotesk" panose="020B0604020202020204" charset="0"/>
                        </a:rPr>
                        <a:t>Random Forest (Tuned)</a:t>
                      </a:r>
                      <a:endParaRPr lang="en-US" sz="900">
                        <a:latin typeface="Hanken Grotesk" panose="020B0604020202020204" charset="0"/>
                      </a:endParaRPr>
                    </a:p>
                  </a:txBody>
                  <a:tcPr marL="56005" marR="56005" marT="28002" marB="28002" anchor="ctr"/>
                </a:tc>
                <a:tc>
                  <a:txBody>
                    <a:bodyPr/>
                    <a:lstStyle/>
                    <a:p>
                      <a:pPr algn="ctr"/>
                      <a:r>
                        <a:rPr lang="en-US" sz="900" dirty="0">
                          <a:latin typeface="Hanken Grotesk" panose="020B0604020202020204" charset="0"/>
                        </a:rPr>
                        <a:t>0.293</a:t>
                      </a:r>
                    </a:p>
                  </a:txBody>
                  <a:tcPr marL="56005" marR="56005" marT="28002" marB="28002" anchor="ctr"/>
                </a:tc>
                <a:tc>
                  <a:txBody>
                    <a:bodyPr/>
                    <a:lstStyle/>
                    <a:p>
                      <a:pPr algn="ctr"/>
                      <a:r>
                        <a:rPr lang="en-US" sz="900">
                          <a:latin typeface="Hanken Grotesk" panose="020B0604020202020204" charset="0"/>
                        </a:rPr>
                        <a:t>0.435</a:t>
                      </a:r>
                    </a:p>
                  </a:txBody>
                  <a:tcPr marL="56005" marR="56005" marT="28002" marB="28002" anchor="ctr"/>
                </a:tc>
                <a:tc>
                  <a:txBody>
                    <a:bodyPr/>
                    <a:lstStyle/>
                    <a:p>
                      <a:pPr algn="ctr"/>
                      <a:r>
                        <a:rPr lang="en-US" sz="900">
                          <a:latin typeface="Hanken Grotesk" panose="020B0604020202020204" charset="0"/>
                        </a:rPr>
                        <a:t>0.7831</a:t>
                      </a:r>
                    </a:p>
                  </a:txBody>
                  <a:tcPr marL="56005" marR="56005" marT="28002" marB="28002" anchor="ctr"/>
                </a:tc>
                <a:tc>
                  <a:txBody>
                    <a:bodyPr/>
                    <a:lstStyle/>
                    <a:p>
                      <a:pPr algn="ctr"/>
                      <a:r>
                        <a:rPr lang="en-US" sz="900">
                          <a:latin typeface="Hanken Grotesk" panose="020B0604020202020204" charset="0"/>
                        </a:rPr>
                        <a:t>ML</a:t>
                      </a:r>
                    </a:p>
                  </a:txBody>
                  <a:tcPr marL="56005" marR="56005" marT="28002" marB="28002" anchor="ctr"/>
                </a:tc>
                <a:extLst>
                  <a:ext uri="{0D108BD9-81ED-4DB2-BD59-A6C34878D82A}">
                    <a16:rowId xmlns:a16="http://schemas.microsoft.com/office/drawing/2014/main" val="1563855895"/>
                  </a:ext>
                </a:extLst>
              </a:tr>
              <a:tr h="262674">
                <a:tc>
                  <a:txBody>
                    <a:bodyPr/>
                    <a:lstStyle/>
                    <a:p>
                      <a:pPr algn="ctr"/>
                      <a:r>
                        <a:rPr lang="en-US" sz="900" b="1">
                          <a:latin typeface="Hanken Grotesk" panose="020B0604020202020204" charset="0"/>
                        </a:rPr>
                        <a:t>3</a:t>
                      </a:r>
                      <a:endParaRPr lang="en-US" sz="900">
                        <a:latin typeface="Hanken Grotesk" panose="020B0604020202020204" charset="0"/>
                      </a:endParaRPr>
                    </a:p>
                  </a:txBody>
                  <a:tcPr marL="56005" marR="56005" marT="28002" marB="28002" anchor="ctr"/>
                </a:tc>
                <a:tc>
                  <a:txBody>
                    <a:bodyPr/>
                    <a:lstStyle/>
                    <a:p>
                      <a:pPr algn="ctr"/>
                      <a:r>
                        <a:rPr lang="en-US" sz="900">
                          <a:latin typeface="Hanken Grotesk" panose="020B0604020202020204" charset="0"/>
                        </a:rPr>
                        <a:t>Random Forest</a:t>
                      </a:r>
                    </a:p>
                  </a:txBody>
                  <a:tcPr marL="56005" marR="56005" marT="28002" marB="28002" anchor="ctr"/>
                </a:tc>
                <a:tc>
                  <a:txBody>
                    <a:bodyPr/>
                    <a:lstStyle/>
                    <a:p>
                      <a:pPr algn="ctr"/>
                      <a:r>
                        <a:rPr lang="en-US" sz="900">
                          <a:latin typeface="Hanken Grotesk" panose="020B0604020202020204" charset="0"/>
                        </a:rPr>
                        <a:t>0.305</a:t>
                      </a:r>
                    </a:p>
                  </a:txBody>
                  <a:tcPr marL="56005" marR="56005" marT="28002" marB="28002" anchor="ctr"/>
                </a:tc>
                <a:tc>
                  <a:txBody>
                    <a:bodyPr/>
                    <a:lstStyle/>
                    <a:p>
                      <a:pPr algn="ctr"/>
                      <a:r>
                        <a:rPr lang="en-US" sz="900">
                          <a:latin typeface="Hanken Grotesk" panose="020B0604020202020204" charset="0"/>
                        </a:rPr>
                        <a:t>0.444</a:t>
                      </a:r>
                    </a:p>
                  </a:txBody>
                  <a:tcPr marL="56005" marR="56005" marT="28002" marB="28002" anchor="ctr"/>
                </a:tc>
                <a:tc>
                  <a:txBody>
                    <a:bodyPr/>
                    <a:lstStyle/>
                    <a:p>
                      <a:pPr algn="ctr"/>
                      <a:r>
                        <a:rPr lang="en-US" sz="900">
                          <a:latin typeface="Hanken Grotesk" panose="020B0604020202020204" charset="0"/>
                        </a:rPr>
                        <a:t>0.7739</a:t>
                      </a:r>
                    </a:p>
                  </a:txBody>
                  <a:tcPr marL="56005" marR="56005" marT="28002" marB="28002" anchor="ctr"/>
                </a:tc>
                <a:tc>
                  <a:txBody>
                    <a:bodyPr/>
                    <a:lstStyle/>
                    <a:p>
                      <a:pPr algn="ctr"/>
                      <a:r>
                        <a:rPr lang="en-US" sz="900">
                          <a:latin typeface="Hanken Grotesk" panose="020B0604020202020204" charset="0"/>
                        </a:rPr>
                        <a:t>ML</a:t>
                      </a:r>
                    </a:p>
                  </a:txBody>
                  <a:tcPr marL="56005" marR="56005" marT="28002" marB="28002" anchor="ctr"/>
                </a:tc>
                <a:extLst>
                  <a:ext uri="{0D108BD9-81ED-4DB2-BD59-A6C34878D82A}">
                    <a16:rowId xmlns:a16="http://schemas.microsoft.com/office/drawing/2014/main" val="2381812955"/>
                  </a:ext>
                </a:extLst>
              </a:tr>
              <a:tr h="262674">
                <a:tc>
                  <a:txBody>
                    <a:bodyPr/>
                    <a:lstStyle/>
                    <a:p>
                      <a:pPr algn="ctr"/>
                      <a:r>
                        <a:rPr lang="en-US" sz="900" b="1">
                          <a:latin typeface="Hanken Grotesk" panose="020B0604020202020204" charset="0"/>
                        </a:rPr>
                        <a:t>4</a:t>
                      </a:r>
                      <a:endParaRPr lang="en-US" sz="900">
                        <a:latin typeface="Hanken Grotesk" panose="020B0604020202020204" charset="0"/>
                      </a:endParaRPr>
                    </a:p>
                  </a:txBody>
                  <a:tcPr marL="56005" marR="56005" marT="28002" marB="28002" anchor="ctr"/>
                </a:tc>
                <a:tc>
                  <a:txBody>
                    <a:bodyPr/>
                    <a:lstStyle/>
                    <a:p>
                      <a:pPr algn="ctr"/>
                      <a:r>
                        <a:rPr lang="en-US" sz="900">
                          <a:latin typeface="Hanken Grotesk" panose="020B0604020202020204" charset="0"/>
                        </a:rPr>
                        <a:t>XGBoost</a:t>
                      </a:r>
                    </a:p>
                  </a:txBody>
                  <a:tcPr marL="56005" marR="56005" marT="28002" marB="28002" anchor="ctr"/>
                </a:tc>
                <a:tc>
                  <a:txBody>
                    <a:bodyPr/>
                    <a:lstStyle/>
                    <a:p>
                      <a:pPr algn="ctr"/>
                      <a:r>
                        <a:rPr lang="en-US" sz="900">
                          <a:latin typeface="Hanken Grotesk" panose="020B0604020202020204" charset="0"/>
                        </a:rPr>
                        <a:t>0.313</a:t>
                      </a:r>
                    </a:p>
                  </a:txBody>
                  <a:tcPr marL="56005" marR="56005" marT="28002" marB="28002" anchor="ctr"/>
                </a:tc>
                <a:tc>
                  <a:txBody>
                    <a:bodyPr/>
                    <a:lstStyle/>
                    <a:p>
                      <a:pPr algn="ctr"/>
                      <a:r>
                        <a:rPr lang="en-US" sz="900">
                          <a:latin typeface="Hanken Grotesk" panose="020B0604020202020204" charset="0"/>
                        </a:rPr>
                        <a:t>0.448</a:t>
                      </a:r>
                    </a:p>
                  </a:txBody>
                  <a:tcPr marL="56005" marR="56005" marT="28002" marB="28002" anchor="ctr"/>
                </a:tc>
                <a:tc>
                  <a:txBody>
                    <a:bodyPr/>
                    <a:lstStyle/>
                    <a:p>
                      <a:pPr algn="ctr"/>
                      <a:r>
                        <a:rPr lang="en-US" sz="900">
                          <a:latin typeface="Hanken Grotesk" panose="020B0604020202020204" charset="0"/>
                        </a:rPr>
                        <a:t>0.7693</a:t>
                      </a:r>
                    </a:p>
                  </a:txBody>
                  <a:tcPr marL="56005" marR="56005" marT="28002" marB="28002" anchor="ctr"/>
                </a:tc>
                <a:tc>
                  <a:txBody>
                    <a:bodyPr/>
                    <a:lstStyle/>
                    <a:p>
                      <a:pPr algn="ctr"/>
                      <a:r>
                        <a:rPr lang="en-US" sz="900">
                          <a:latin typeface="Hanken Grotesk" panose="020B0604020202020204" charset="0"/>
                        </a:rPr>
                        <a:t>ML</a:t>
                      </a:r>
                    </a:p>
                  </a:txBody>
                  <a:tcPr marL="56005" marR="56005" marT="28002" marB="28002" anchor="ctr"/>
                </a:tc>
                <a:extLst>
                  <a:ext uri="{0D108BD9-81ED-4DB2-BD59-A6C34878D82A}">
                    <a16:rowId xmlns:a16="http://schemas.microsoft.com/office/drawing/2014/main" val="697586488"/>
                  </a:ext>
                </a:extLst>
              </a:tr>
              <a:tr h="262674">
                <a:tc>
                  <a:txBody>
                    <a:bodyPr/>
                    <a:lstStyle/>
                    <a:p>
                      <a:pPr algn="ctr"/>
                      <a:r>
                        <a:rPr lang="en-US" sz="900" b="1">
                          <a:latin typeface="Hanken Grotesk" panose="020B0604020202020204" charset="0"/>
                        </a:rPr>
                        <a:t>5</a:t>
                      </a:r>
                      <a:endParaRPr lang="en-US" sz="900">
                        <a:latin typeface="Hanken Grotesk" panose="020B0604020202020204" charset="0"/>
                      </a:endParaRPr>
                    </a:p>
                  </a:txBody>
                  <a:tcPr marL="56005" marR="56005" marT="28002" marB="28002" anchor="ctr"/>
                </a:tc>
                <a:tc>
                  <a:txBody>
                    <a:bodyPr/>
                    <a:lstStyle/>
                    <a:p>
                      <a:pPr algn="ctr"/>
                      <a:r>
                        <a:rPr lang="en-US" sz="900">
                          <a:latin typeface="Hanken Grotesk" panose="020B0604020202020204" charset="0"/>
                        </a:rPr>
                        <a:t>Gradient Boosting</a:t>
                      </a:r>
                    </a:p>
                  </a:txBody>
                  <a:tcPr marL="56005" marR="56005" marT="28002" marB="28002" anchor="ctr"/>
                </a:tc>
                <a:tc>
                  <a:txBody>
                    <a:bodyPr/>
                    <a:lstStyle/>
                    <a:p>
                      <a:pPr algn="ctr"/>
                      <a:r>
                        <a:rPr lang="en-US" sz="900">
                          <a:latin typeface="Hanken Grotesk" panose="020B0604020202020204" charset="0"/>
                        </a:rPr>
                        <a:t>0.330</a:t>
                      </a:r>
                    </a:p>
                  </a:txBody>
                  <a:tcPr marL="56005" marR="56005" marT="28002" marB="28002" anchor="ctr"/>
                </a:tc>
                <a:tc>
                  <a:txBody>
                    <a:bodyPr/>
                    <a:lstStyle/>
                    <a:p>
                      <a:pPr algn="ctr"/>
                      <a:r>
                        <a:rPr lang="en-US" sz="900">
                          <a:latin typeface="Hanken Grotesk" panose="020B0604020202020204" charset="0"/>
                        </a:rPr>
                        <a:t>0.468</a:t>
                      </a:r>
                    </a:p>
                  </a:txBody>
                  <a:tcPr marL="56005" marR="56005" marT="28002" marB="28002" anchor="ctr"/>
                </a:tc>
                <a:tc>
                  <a:txBody>
                    <a:bodyPr/>
                    <a:lstStyle/>
                    <a:p>
                      <a:pPr algn="ctr"/>
                      <a:r>
                        <a:rPr lang="en-US" sz="900">
                          <a:latin typeface="Hanken Grotesk" panose="020B0604020202020204" charset="0"/>
                        </a:rPr>
                        <a:t>0.7486</a:t>
                      </a:r>
                    </a:p>
                  </a:txBody>
                  <a:tcPr marL="56005" marR="56005" marT="28002" marB="28002" anchor="ctr"/>
                </a:tc>
                <a:tc>
                  <a:txBody>
                    <a:bodyPr/>
                    <a:lstStyle/>
                    <a:p>
                      <a:pPr algn="ctr"/>
                      <a:r>
                        <a:rPr lang="en-US" sz="900">
                          <a:latin typeface="Hanken Grotesk" panose="020B0604020202020204" charset="0"/>
                        </a:rPr>
                        <a:t>ML</a:t>
                      </a:r>
                    </a:p>
                  </a:txBody>
                  <a:tcPr marL="56005" marR="56005" marT="28002" marB="28002" anchor="ctr"/>
                </a:tc>
                <a:extLst>
                  <a:ext uri="{0D108BD9-81ED-4DB2-BD59-A6C34878D82A}">
                    <a16:rowId xmlns:a16="http://schemas.microsoft.com/office/drawing/2014/main" val="2740760141"/>
                  </a:ext>
                </a:extLst>
              </a:tr>
              <a:tr h="262674">
                <a:tc>
                  <a:txBody>
                    <a:bodyPr/>
                    <a:lstStyle/>
                    <a:p>
                      <a:pPr algn="ctr"/>
                      <a:r>
                        <a:rPr lang="en-US" sz="900" b="1">
                          <a:latin typeface="Hanken Grotesk" panose="020B0604020202020204" charset="0"/>
                        </a:rPr>
                        <a:t>6</a:t>
                      </a:r>
                      <a:endParaRPr lang="en-US" sz="900">
                        <a:latin typeface="Hanken Grotesk" panose="020B0604020202020204" charset="0"/>
                      </a:endParaRPr>
                    </a:p>
                  </a:txBody>
                  <a:tcPr marL="56005" marR="56005" marT="28002" marB="28002" anchor="ctr"/>
                </a:tc>
                <a:tc>
                  <a:txBody>
                    <a:bodyPr/>
                    <a:lstStyle/>
                    <a:p>
                      <a:pPr algn="ctr"/>
                      <a:r>
                        <a:rPr lang="en-US" sz="900">
                          <a:latin typeface="Hanken Grotesk" panose="020B0604020202020204" charset="0"/>
                        </a:rPr>
                        <a:t>SVR</a:t>
                      </a:r>
                    </a:p>
                  </a:txBody>
                  <a:tcPr marL="56005" marR="56005" marT="28002" marB="28002" anchor="ctr"/>
                </a:tc>
                <a:tc>
                  <a:txBody>
                    <a:bodyPr/>
                    <a:lstStyle/>
                    <a:p>
                      <a:pPr algn="ctr"/>
                      <a:r>
                        <a:rPr lang="en-US" sz="900">
                          <a:latin typeface="Hanken Grotesk" panose="020B0604020202020204" charset="0"/>
                        </a:rPr>
                        <a:t>0.318</a:t>
                      </a:r>
                    </a:p>
                  </a:txBody>
                  <a:tcPr marL="56005" marR="56005" marT="28002" marB="28002" anchor="ctr"/>
                </a:tc>
                <a:tc>
                  <a:txBody>
                    <a:bodyPr/>
                    <a:lstStyle/>
                    <a:p>
                      <a:pPr algn="ctr"/>
                      <a:r>
                        <a:rPr lang="en-US" sz="900">
                          <a:latin typeface="Hanken Grotesk" panose="020B0604020202020204" charset="0"/>
                        </a:rPr>
                        <a:t>0.483</a:t>
                      </a:r>
                    </a:p>
                  </a:txBody>
                  <a:tcPr marL="56005" marR="56005" marT="28002" marB="28002" anchor="ctr"/>
                </a:tc>
                <a:tc>
                  <a:txBody>
                    <a:bodyPr/>
                    <a:lstStyle/>
                    <a:p>
                      <a:pPr algn="ctr"/>
                      <a:r>
                        <a:rPr lang="en-US" sz="900">
                          <a:latin typeface="Hanken Grotesk" panose="020B0604020202020204" charset="0"/>
                        </a:rPr>
                        <a:t>0.7324</a:t>
                      </a:r>
                    </a:p>
                  </a:txBody>
                  <a:tcPr marL="56005" marR="56005" marT="28002" marB="28002" anchor="ctr"/>
                </a:tc>
                <a:tc>
                  <a:txBody>
                    <a:bodyPr/>
                    <a:lstStyle/>
                    <a:p>
                      <a:pPr algn="ctr"/>
                      <a:r>
                        <a:rPr lang="en-US" sz="900">
                          <a:latin typeface="Hanken Grotesk" panose="020B0604020202020204" charset="0"/>
                        </a:rPr>
                        <a:t>ML</a:t>
                      </a:r>
                    </a:p>
                  </a:txBody>
                  <a:tcPr marL="56005" marR="56005" marT="28002" marB="28002" anchor="ctr"/>
                </a:tc>
                <a:extLst>
                  <a:ext uri="{0D108BD9-81ED-4DB2-BD59-A6C34878D82A}">
                    <a16:rowId xmlns:a16="http://schemas.microsoft.com/office/drawing/2014/main" val="652047888"/>
                  </a:ext>
                </a:extLst>
              </a:tr>
              <a:tr h="262674">
                <a:tc>
                  <a:txBody>
                    <a:bodyPr/>
                    <a:lstStyle/>
                    <a:p>
                      <a:pPr algn="ctr"/>
                      <a:r>
                        <a:rPr lang="en-US" sz="900" b="1">
                          <a:latin typeface="Hanken Grotesk" panose="020B0604020202020204" charset="0"/>
                        </a:rPr>
                        <a:t>7</a:t>
                      </a:r>
                      <a:endParaRPr lang="en-US" sz="900">
                        <a:latin typeface="Hanken Grotesk" panose="020B0604020202020204" charset="0"/>
                      </a:endParaRPr>
                    </a:p>
                  </a:txBody>
                  <a:tcPr marL="56005" marR="56005" marT="28002" marB="28002" anchor="ctr"/>
                </a:tc>
                <a:tc>
                  <a:txBody>
                    <a:bodyPr/>
                    <a:lstStyle/>
                    <a:p>
                      <a:pPr algn="ctr"/>
                      <a:r>
                        <a:rPr lang="en-US" sz="900">
                          <a:latin typeface="Hanken Grotesk" panose="020B0604020202020204" charset="0"/>
                        </a:rPr>
                        <a:t>Ridge Regression</a:t>
                      </a:r>
                    </a:p>
                  </a:txBody>
                  <a:tcPr marL="56005" marR="56005" marT="28002" marB="28002" anchor="ctr"/>
                </a:tc>
                <a:tc>
                  <a:txBody>
                    <a:bodyPr/>
                    <a:lstStyle/>
                    <a:p>
                      <a:pPr algn="ctr"/>
                      <a:r>
                        <a:rPr lang="en-US" sz="900">
                          <a:latin typeface="Hanken Grotesk" panose="020B0604020202020204" charset="0"/>
                        </a:rPr>
                        <a:t>0.502</a:t>
                      </a:r>
                    </a:p>
                  </a:txBody>
                  <a:tcPr marL="56005" marR="56005" marT="28002" marB="28002" anchor="ctr"/>
                </a:tc>
                <a:tc>
                  <a:txBody>
                    <a:bodyPr/>
                    <a:lstStyle/>
                    <a:p>
                      <a:pPr algn="ctr"/>
                      <a:r>
                        <a:rPr lang="en-US" sz="900">
                          <a:latin typeface="Hanken Grotesk" panose="020B0604020202020204" charset="0"/>
                        </a:rPr>
                        <a:t>0.648</a:t>
                      </a:r>
                    </a:p>
                  </a:txBody>
                  <a:tcPr marL="56005" marR="56005" marT="28002" marB="28002" anchor="ctr"/>
                </a:tc>
                <a:tc>
                  <a:txBody>
                    <a:bodyPr/>
                    <a:lstStyle/>
                    <a:p>
                      <a:pPr algn="ctr"/>
                      <a:r>
                        <a:rPr lang="en-US" sz="900" dirty="0">
                          <a:latin typeface="Hanken Grotesk" panose="020B0604020202020204" charset="0"/>
                        </a:rPr>
                        <a:t>0.5182</a:t>
                      </a:r>
                    </a:p>
                  </a:txBody>
                  <a:tcPr marL="56005" marR="56005" marT="28002" marB="28002" anchor="ctr"/>
                </a:tc>
                <a:tc>
                  <a:txBody>
                    <a:bodyPr/>
                    <a:lstStyle/>
                    <a:p>
                      <a:pPr algn="ctr"/>
                      <a:r>
                        <a:rPr lang="en-US" sz="900">
                          <a:latin typeface="Hanken Grotesk" panose="020B0604020202020204" charset="0"/>
                        </a:rPr>
                        <a:t>ML</a:t>
                      </a:r>
                    </a:p>
                  </a:txBody>
                  <a:tcPr marL="56005" marR="56005" marT="28002" marB="28002" anchor="ctr"/>
                </a:tc>
                <a:extLst>
                  <a:ext uri="{0D108BD9-81ED-4DB2-BD59-A6C34878D82A}">
                    <a16:rowId xmlns:a16="http://schemas.microsoft.com/office/drawing/2014/main" val="3200204086"/>
                  </a:ext>
                </a:extLst>
              </a:tr>
              <a:tr h="262674">
                <a:tc>
                  <a:txBody>
                    <a:bodyPr/>
                    <a:lstStyle/>
                    <a:p>
                      <a:pPr algn="ctr"/>
                      <a:r>
                        <a:rPr lang="en-US" sz="900" b="1">
                          <a:latin typeface="Hanken Grotesk" panose="020B0604020202020204" charset="0"/>
                        </a:rPr>
                        <a:t>8</a:t>
                      </a:r>
                      <a:endParaRPr lang="en-US" sz="900">
                        <a:latin typeface="Hanken Grotesk" panose="020B0604020202020204" charset="0"/>
                      </a:endParaRPr>
                    </a:p>
                  </a:txBody>
                  <a:tcPr marL="56005" marR="56005" marT="28002" marB="28002" anchor="ctr"/>
                </a:tc>
                <a:tc>
                  <a:txBody>
                    <a:bodyPr/>
                    <a:lstStyle/>
                    <a:p>
                      <a:pPr algn="ctr"/>
                      <a:r>
                        <a:rPr lang="en-US" sz="900">
                          <a:latin typeface="Hanken Grotesk" panose="020B0604020202020204" charset="0"/>
                        </a:rPr>
                        <a:t>Linear Regression</a:t>
                      </a:r>
                    </a:p>
                  </a:txBody>
                  <a:tcPr marL="56005" marR="56005" marT="28002" marB="28002" anchor="ctr"/>
                </a:tc>
                <a:tc>
                  <a:txBody>
                    <a:bodyPr/>
                    <a:lstStyle/>
                    <a:p>
                      <a:pPr algn="ctr"/>
                      <a:r>
                        <a:rPr lang="en-US" sz="900">
                          <a:latin typeface="Hanken Grotesk" panose="020B0604020202020204" charset="0"/>
                        </a:rPr>
                        <a:t>0.502</a:t>
                      </a:r>
                    </a:p>
                  </a:txBody>
                  <a:tcPr marL="56005" marR="56005" marT="28002" marB="28002" anchor="ctr"/>
                </a:tc>
                <a:tc>
                  <a:txBody>
                    <a:bodyPr/>
                    <a:lstStyle/>
                    <a:p>
                      <a:pPr algn="ctr"/>
                      <a:r>
                        <a:rPr lang="en-US" sz="900">
                          <a:latin typeface="Hanken Grotesk" panose="020B0604020202020204" charset="0"/>
                        </a:rPr>
                        <a:t>0.648</a:t>
                      </a:r>
                    </a:p>
                  </a:txBody>
                  <a:tcPr marL="56005" marR="56005" marT="28002" marB="28002" anchor="ctr"/>
                </a:tc>
                <a:tc>
                  <a:txBody>
                    <a:bodyPr/>
                    <a:lstStyle/>
                    <a:p>
                      <a:pPr algn="ctr"/>
                      <a:r>
                        <a:rPr lang="en-US" sz="900">
                          <a:latin typeface="Hanken Grotesk" panose="020B0604020202020204" charset="0"/>
                        </a:rPr>
                        <a:t>0.5182</a:t>
                      </a:r>
                    </a:p>
                  </a:txBody>
                  <a:tcPr marL="56005" marR="56005" marT="28002" marB="28002" anchor="ctr"/>
                </a:tc>
                <a:tc>
                  <a:txBody>
                    <a:bodyPr/>
                    <a:lstStyle/>
                    <a:p>
                      <a:pPr algn="ctr"/>
                      <a:r>
                        <a:rPr lang="en-US" sz="900">
                          <a:latin typeface="Hanken Grotesk" panose="020B0604020202020204" charset="0"/>
                        </a:rPr>
                        <a:t>ML</a:t>
                      </a:r>
                    </a:p>
                  </a:txBody>
                  <a:tcPr marL="56005" marR="56005" marT="28002" marB="28002" anchor="ctr"/>
                </a:tc>
                <a:extLst>
                  <a:ext uri="{0D108BD9-81ED-4DB2-BD59-A6C34878D82A}">
                    <a16:rowId xmlns:a16="http://schemas.microsoft.com/office/drawing/2014/main" val="431179551"/>
                  </a:ext>
                </a:extLst>
              </a:tr>
              <a:tr h="262674">
                <a:tc>
                  <a:txBody>
                    <a:bodyPr/>
                    <a:lstStyle/>
                    <a:p>
                      <a:pPr algn="ctr"/>
                      <a:r>
                        <a:rPr lang="en-US" sz="900" b="1">
                          <a:latin typeface="Hanken Grotesk" panose="020B0604020202020204" charset="0"/>
                        </a:rPr>
                        <a:t>9</a:t>
                      </a:r>
                      <a:endParaRPr lang="en-US" sz="900">
                        <a:latin typeface="Hanken Grotesk" panose="020B0604020202020204" charset="0"/>
                      </a:endParaRPr>
                    </a:p>
                  </a:txBody>
                  <a:tcPr marL="56005" marR="56005" marT="28002" marB="28002" anchor="ctr"/>
                </a:tc>
                <a:tc>
                  <a:txBody>
                    <a:bodyPr/>
                    <a:lstStyle/>
                    <a:p>
                      <a:pPr algn="ctr"/>
                      <a:r>
                        <a:rPr lang="en-US" sz="900">
                          <a:latin typeface="Hanken Grotesk" panose="020B0604020202020204" charset="0"/>
                        </a:rPr>
                        <a:t>LSTM</a:t>
                      </a:r>
                    </a:p>
                  </a:txBody>
                  <a:tcPr marL="56005" marR="56005" marT="28002" marB="28002" anchor="ctr"/>
                </a:tc>
                <a:tc>
                  <a:txBody>
                    <a:bodyPr/>
                    <a:lstStyle/>
                    <a:p>
                      <a:pPr algn="ctr"/>
                      <a:r>
                        <a:rPr lang="en-US" sz="900">
                          <a:latin typeface="Hanken Grotesk" panose="020B0604020202020204" charset="0"/>
                        </a:rPr>
                        <a:t>0.467</a:t>
                      </a:r>
                    </a:p>
                  </a:txBody>
                  <a:tcPr marL="56005" marR="56005" marT="28002" marB="28002" anchor="ctr"/>
                </a:tc>
                <a:tc>
                  <a:txBody>
                    <a:bodyPr/>
                    <a:lstStyle/>
                    <a:p>
                      <a:pPr algn="ctr"/>
                      <a:r>
                        <a:rPr lang="en-US" sz="900">
                          <a:latin typeface="Hanken Grotesk" panose="020B0604020202020204" charset="0"/>
                        </a:rPr>
                        <a:t>0.498</a:t>
                      </a:r>
                    </a:p>
                  </a:txBody>
                  <a:tcPr marL="56005" marR="56005" marT="28002" marB="28002" anchor="ctr"/>
                </a:tc>
                <a:tc>
                  <a:txBody>
                    <a:bodyPr/>
                    <a:lstStyle/>
                    <a:p>
                      <a:pPr algn="ctr"/>
                      <a:r>
                        <a:rPr lang="en-US" sz="900" b="0" dirty="0">
                          <a:latin typeface="Hanken Grotesk" panose="020B0604020202020204" charset="0"/>
                        </a:rPr>
                        <a:t>0.014</a:t>
                      </a:r>
                    </a:p>
                  </a:txBody>
                  <a:tcPr marL="56005" marR="56005" marT="28002" marB="28002" anchor="ctr"/>
                </a:tc>
                <a:tc>
                  <a:txBody>
                    <a:bodyPr/>
                    <a:lstStyle/>
                    <a:p>
                      <a:pPr algn="ctr"/>
                      <a:r>
                        <a:rPr lang="en-US" sz="900">
                          <a:latin typeface="Hanken Grotesk" panose="020B0604020202020204" charset="0"/>
                        </a:rPr>
                        <a:t>DL</a:t>
                      </a:r>
                    </a:p>
                  </a:txBody>
                  <a:tcPr marL="56005" marR="56005" marT="28002" marB="28002" anchor="ctr"/>
                </a:tc>
                <a:extLst>
                  <a:ext uri="{0D108BD9-81ED-4DB2-BD59-A6C34878D82A}">
                    <a16:rowId xmlns:a16="http://schemas.microsoft.com/office/drawing/2014/main" val="1628073455"/>
                  </a:ext>
                </a:extLst>
              </a:tr>
              <a:tr h="262674">
                <a:tc>
                  <a:txBody>
                    <a:bodyPr/>
                    <a:lstStyle/>
                    <a:p>
                      <a:pPr algn="ctr"/>
                      <a:r>
                        <a:rPr lang="en-US" sz="900" b="1">
                          <a:latin typeface="Hanken Grotesk" panose="020B0604020202020204" charset="0"/>
                        </a:rPr>
                        <a:t>10</a:t>
                      </a:r>
                      <a:endParaRPr lang="en-US" sz="900">
                        <a:latin typeface="Hanken Grotesk" panose="020B0604020202020204" charset="0"/>
                      </a:endParaRPr>
                    </a:p>
                  </a:txBody>
                  <a:tcPr marL="56005" marR="56005" marT="28002" marB="28002" anchor="ctr"/>
                </a:tc>
                <a:tc>
                  <a:txBody>
                    <a:bodyPr/>
                    <a:lstStyle/>
                    <a:p>
                      <a:pPr algn="ctr"/>
                      <a:r>
                        <a:rPr lang="en-US" sz="900">
                          <a:latin typeface="Hanken Grotesk" panose="020B0604020202020204" charset="0"/>
                        </a:rPr>
                        <a:t>GRU</a:t>
                      </a:r>
                    </a:p>
                  </a:txBody>
                  <a:tcPr marL="56005" marR="56005" marT="28002" marB="28002" anchor="ctr"/>
                </a:tc>
                <a:tc>
                  <a:txBody>
                    <a:bodyPr/>
                    <a:lstStyle/>
                    <a:p>
                      <a:pPr algn="ctr"/>
                      <a:r>
                        <a:rPr lang="en-US" sz="900">
                          <a:latin typeface="Hanken Grotesk" panose="020B0604020202020204" charset="0"/>
                        </a:rPr>
                        <a:t>0.482</a:t>
                      </a:r>
                    </a:p>
                  </a:txBody>
                  <a:tcPr marL="56005" marR="56005" marT="28002" marB="28002" anchor="ctr"/>
                </a:tc>
                <a:tc>
                  <a:txBody>
                    <a:bodyPr/>
                    <a:lstStyle/>
                    <a:p>
                      <a:pPr algn="ctr"/>
                      <a:r>
                        <a:rPr lang="en-US" sz="900">
                          <a:latin typeface="Hanken Grotesk" panose="020B0604020202020204" charset="0"/>
                        </a:rPr>
                        <a:t>0.499</a:t>
                      </a:r>
                    </a:p>
                  </a:txBody>
                  <a:tcPr marL="56005" marR="56005" marT="28002" marB="28002" anchor="ctr"/>
                </a:tc>
                <a:tc>
                  <a:txBody>
                    <a:bodyPr/>
                    <a:lstStyle/>
                    <a:p>
                      <a:pPr algn="ctr"/>
                      <a:r>
                        <a:rPr lang="en-US" sz="900" b="0" dirty="0">
                          <a:latin typeface="Hanken Grotesk" panose="020B0604020202020204" charset="0"/>
                        </a:rPr>
                        <a:t>0.012</a:t>
                      </a:r>
                    </a:p>
                  </a:txBody>
                  <a:tcPr marL="56005" marR="56005" marT="28002" marB="28002" anchor="ctr"/>
                </a:tc>
                <a:tc>
                  <a:txBody>
                    <a:bodyPr/>
                    <a:lstStyle/>
                    <a:p>
                      <a:pPr algn="ctr"/>
                      <a:r>
                        <a:rPr lang="en-US" sz="900">
                          <a:latin typeface="Hanken Grotesk" panose="020B0604020202020204" charset="0"/>
                        </a:rPr>
                        <a:t>DL</a:t>
                      </a:r>
                    </a:p>
                  </a:txBody>
                  <a:tcPr marL="56005" marR="56005" marT="28002" marB="28002" anchor="ctr"/>
                </a:tc>
                <a:extLst>
                  <a:ext uri="{0D108BD9-81ED-4DB2-BD59-A6C34878D82A}">
                    <a16:rowId xmlns:a16="http://schemas.microsoft.com/office/drawing/2014/main" val="858432243"/>
                  </a:ext>
                </a:extLst>
              </a:tr>
              <a:tr h="262674">
                <a:tc>
                  <a:txBody>
                    <a:bodyPr/>
                    <a:lstStyle/>
                    <a:p>
                      <a:pPr algn="ctr"/>
                      <a:r>
                        <a:rPr lang="en-US" sz="900" b="1">
                          <a:latin typeface="Hanken Grotesk" panose="020B0604020202020204" charset="0"/>
                        </a:rPr>
                        <a:t>11</a:t>
                      </a:r>
                      <a:endParaRPr lang="en-US" sz="900">
                        <a:latin typeface="Hanken Grotesk" panose="020B0604020202020204" charset="0"/>
                      </a:endParaRPr>
                    </a:p>
                  </a:txBody>
                  <a:tcPr marL="56005" marR="56005" marT="28002" marB="28002" anchor="ctr"/>
                </a:tc>
                <a:tc>
                  <a:txBody>
                    <a:bodyPr/>
                    <a:lstStyle/>
                    <a:p>
                      <a:pPr algn="ctr"/>
                      <a:r>
                        <a:rPr lang="en-US" sz="900">
                          <a:latin typeface="Hanken Grotesk" panose="020B0604020202020204" charset="0"/>
                        </a:rPr>
                        <a:t>MLP</a:t>
                      </a:r>
                    </a:p>
                  </a:txBody>
                  <a:tcPr marL="56005" marR="56005" marT="28002" marB="28002" anchor="ctr"/>
                </a:tc>
                <a:tc>
                  <a:txBody>
                    <a:bodyPr/>
                    <a:lstStyle/>
                    <a:p>
                      <a:pPr algn="ctr"/>
                      <a:r>
                        <a:rPr lang="en-US" sz="900">
                          <a:latin typeface="Hanken Grotesk" panose="020B0604020202020204" charset="0"/>
                        </a:rPr>
                        <a:t>0.618</a:t>
                      </a:r>
                    </a:p>
                  </a:txBody>
                  <a:tcPr marL="56005" marR="56005" marT="28002" marB="28002" anchor="ctr"/>
                </a:tc>
                <a:tc>
                  <a:txBody>
                    <a:bodyPr/>
                    <a:lstStyle/>
                    <a:p>
                      <a:pPr algn="ctr"/>
                      <a:r>
                        <a:rPr lang="en-US" sz="900">
                          <a:latin typeface="Hanken Grotesk" panose="020B0604020202020204" charset="0"/>
                        </a:rPr>
                        <a:t>0.499</a:t>
                      </a:r>
                    </a:p>
                  </a:txBody>
                  <a:tcPr marL="56005" marR="56005" marT="28002" marB="28002" anchor="ctr"/>
                </a:tc>
                <a:tc>
                  <a:txBody>
                    <a:bodyPr/>
                    <a:lstStyle/>
                    <a:p>
                      <a:pPr algn="ctr"/>
                      <a:r>
                        <a:rPr lang="en-US" sz="900" b="0" dirty="0">
                          <a:latin typeface="Hanken Grotesk" panose="020B0604020202020204" charset="0"/>
                        </a:rPr>
                        <a:t>0.011</a:t>
                      </a:r>
                    </a:p>
                  </a:txBody>
                  <a:tcPr marL="56005" marR="56005" marT="28002" marB="28002" anchor="ctr"/>
                </a:tc>
                <a:tc>
                  <a:txBody>
                    <a:bodyPr/>
                    <a:lstStyle/>
                    <a:p>
                      <a:pPr algn="ctr"/>
                      <a:r>
                        <a:rPr lang="en-US" sz="900" dirty="0">
                          <a:latin typeface="Hanken Grotesk" panose="020B0604020202020204" charset="0"/>
                        </a:rPr>
                        <a:t>DL</a:t>
                      </a:r>
                    </a:p>
                  </a:txBody>
                  <a:tcPr marL="56005" marR="56005" marT="28002" marB="28002" anchor="ctr"/>
                </a:tc>
                <a:extLst>
                  <a:ext uri="{0D108BD9-81ED-4DB2-BD59-A6C34878D82A}">
                    <a16:rowId xmlns:a16="http://schemas.microsoft.com/office/drawing/2014/main" val="2400273485"/>
                  </a:ext>
                </a:extLst>
              </a:tr>
            </a:tbl>
          </a:graphicData>
        </a:graphic>
      </p:graphicFrame>
      <p:sp>
        <p:nvSpPr>
          <p:cNvPr id="4" name="Subtitle 4">
            <a:extLst>
              <a:ext uri="{FF2B5EF4-FFF2-40B4-BE49-F238E27FC236}">
                <a16:creationId xmlns:a16="http://schemas.microsoft.com/office/drawing/2014/main" id="{62ED4FAB-D91A-A86D-298F-FCB6F8F0EE5E}"/>
              </a:ext>
            </a:extLst>
          </p:cNvPr>
          <p:cNvSpPr txBox="1">
            <a:spLocks/>
          </p:cNvSpPr>
          <p:nvPr/>
        </p:nvSpPr>
        <p:spPr>
          <a:xfrm>
            <a:off x="1065732" y="1008045"/>
            <a:ext cx="3772800" cy="3615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2400"/>
              <a:buFont typeface="Figtree Black"/>
              <a:buNone/>
              <a:defRPr sz="1900" b="0" i="0" u="none" strike="noStrike" cap="none">
                <a:solidFill>
                  <a:schemeClr val="dk1"/>
                </a:solidFill>
                <a:latin typeface="Figtree Black"/>
                <a:ea typeface="Figtree Black"/>
                <a:cs typeface="Figtree Black"/>
                <a:sym typeface="Figtree Black"/>
              </a:defRPr>
            </a:lvl1pPr>
            <a:lvl2pPr marL="914400" marR="0" lvl="1"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2pPr>
            <a:lvl3pPr marL="1371600" marR="0" lvl="2"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3pPr>
            <a:lvl4pPr marL="1828800" marR="0" lvl="3"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4pPr>
            <a:lvl5pPr marL="2286000" marR="0" lvl="4"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5pPr>
            <a:lvl6pPr marL="2743200" marR="0" lvl="5"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6pPr>
            <a:lvl7pPr marL="3200400" marR="0" lvl="6"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7pPr>
            <a:lvl8pPr marL="3657600" marR="0" lvl="7"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8pPr>
            <a:lvl9pPr marL="4114800" marR="0" lvl="8" indent="-317500" algn="l" rtl="0">
              <a:lnSpc>
                <a:spcPct val="115000"/>
              </a:lnSpc>
              <a:spcBef>
                <a:spcPts val="0"/>
              </a:spcBef>
              <a:spcAft>
                <a:spcPts val="0"/>
              </a:spcAft>
              <a:buClr>
                <a:schemeClr val="dk1"/>
              </a:buClr>
              <a:buSzPts val="1400"/>
              <a:buFont typeface="Figtree Black"/>
              <a:buNone/>
              <a:defRPr sz="1400" b="0" i="0" u="none" strike="noStrike" cap="none">
                <a:solidFill>
                  <a:schemeClr val="dk1"/>
                </a:solidFill>
                <a:latin typeface="Figtree Black"/>
                <a:ea typeface="Figtree Black"/>
                <a:cs typeface="Figtree Black"/>
                <a:sym typeface="Figtree Black"/>
              </a:defRPr>
            </a:lvl9pPr>
          </a:lstStyle>
          <a:p>
            <a:r>
              <a:rPr lang="en-US" sz="1600" dirty="0"/>
              <a:t>Over All Model Ranking</a:t>
            </a:r>
          </a:p>
        </p:txBody>
      </p:sp>
      <p:sp>
        <p:nvSpPr>
          <p:cNvPr id="5" name="Google Shape;330;p36">
            <a:extLst>
              <a:ext uri="{FF2B5EF4-FFF2-40B4-BE49-F238E27FC236}">
                <a16:creationId xmlns:a16="http://schemas.microsoft.com/office/drawing/2014/main" id="{E28ECA2D-F1C1-1A59-2132-B374977CECA1}"/>
              </a:ext>
            </a:extLst>
          </p:cNvPr>
          <p:cNvSpPr txBox="1">
            <a:spLocks/>
          </p:cNvSpPr>
          <p:nvPr/>
        </p:nvSpPr>
        <p:spPr>
          <a:xfrm>
            <a:off x="977390" y="4587264"/>
            <a:ext cx="6105334" cy="34791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lgn="ctr"/>
            <a:r>
              <a:rPr lang="en-US" sz="1100" i="1" dirty="0"/>
              <a:t>Table 4.2 ML and DL over all Models Ranking</a:t>
            </a:r>
          </a:p>
        </p:txBody>
      </p:sp>
      <p:sp>
        <p:nvSpPr>
          <p:cNvPr id="3" name="Google Shape;330;p36">
            <a:extLst>
              <a:ext uri="{FF2B5EF4-FFF2-40B4-BE49-F238E27FC236}">
                <a16:creationId xmlns:a16="http://schemas.microsoft.com/office/drawing/2014/main" id="{195597F6-A4D9-2F0C-2388-F0B96EB33566}"/>
              </a:ext>
            </a:extLst>
          </p:cNvPr>
          <p:cNvSpPr txBox="1">
            <a:spLocks/>
          </p:cNvSpPr>
          <p:nvPr/>
        </p:nvSpPr>
        <p:spPr>
          <a:xfrm>
            <a:off x="241332" y="4614412"/>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19 - </a:t>
            </a:r>
            <a:fld id="{1612EBDF-BBCF-4455-9CA4-C9C775D5C22A}" type="datetime1">
              <a:rPr lang="en-US" sz="1000" smtClean="0"/>
              <a:t>12/4/2025</a:t>
            </a:fld>
            <a:endParaRPr lang="en-US" sz="1000" dirty="0"/>
          </a:p>
        </p:txBody>
      </p:sp>
    </p:spTree>
    <p:extLst>
      <p:ext uri="{BB962C8B-B14F-4D97-AF65-F5344CB8AC3E}">
        <p14:creationId xmlns:p14="http://schemas.microsoft.com/office/powerpoint/2010/main" val="343393405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27AD32-73BE-C78F-039B-F3F22842ED6D}"/>
              </a:ext>
            </a:extLst>
          </p:cNvPr>
          <p:cNvSpPr>
            <a:spLocks noGrp="1"/>
          </p:cNvSpPr>
          <p:nvPr>
            <p:ph type="title"/>
          </p:nvPr>
        </p:nvSpPr>
        <p:spPr>
          <a:xfrm>
            <a:off x="1191768" y="374385"/>
            <a:ext cx="7710900" cy="572700"/>
          </a:xfrm>
        </p:spPr>
        <p:txBody>
          <a:bodyPr/>
          <a:lstStyle/>
          <a:p>
            <a:r>
              <a:rPr lang="en-US" dirty="0"/>
              <a:t>Conclusion</a:t>
            </a:r>
          </a:p>
        </p:txBody>
      </p:sp>
      <p:sp>
        <p:nvSpPr>
          <p:cNvPr id="3" name="Subtitle 2">
            <a:extLst>
              <a:ext uri="{FF2B5EF4-FFF2-40B4-BE49-F238E27FC236}">
                <a16:creationId xmlns:a16="http://schemas.microsoft.com/office/drawing/2014/main" id="{1B83889E-40E6-E7AB-1E23-E4DFD619EBC1}"/>
              </a:ext>
            </a:extLst>
          </p:cNvPr>
          <p:cNvSpPr>
            <a:spLocks noGrp="1"/>
          </p:cNvSpPr>
          <p:nvPr>
            <p:ph type="subTitle" idx="1"/>
          </p:nvPr>
        </p:nvSpPr>
        <p:spPr>
          <a:xfrm>
            <a:off x="1191768" y="1049251"/>
            <a:ext cx="6580200" cy="3441726"/>
          </a:xfrm>
        </p:spPr>
        <p:txBody>
          <a:bodyPr/>
          <a:lstStyle/>
          <a:p>
            <a:pPr>
              <a:buFont typeface="Arial" panose="020B0604020202020204" pitchFamily="34" charset="0"/>
              <a:buChar char="•"/>
            </a:pPr>
            <a:r>
              <a:rPr lang="en-US" dirty="0"/>
              <a:t>The study successfully developed and evaluated ML and DL models for short-term load forecasting of the </a:t>
            </a:r>
            <a:r>
              <a:rPr lang="en-US" dirty="0" err="1"/>
              <a:t>Baneshwor</a:t>
            </a:r>
            <a:r>
              <a:rPr lang="en-US" dirty="0"/>
              <a:t> Feeder.</a:t>
            </a:r>
          </a:p>
          <a:p>
            <a:pPr>
              <a:buFont typeface="Arial" panose="020B0604020202020204" pitchFamily="34" charset="0"/>
              <a:buChar char="•"/>
            </a:pPr>
            <a:endParaRPr lang="en-US" dirty="0"/>
          </a:p>
          <a:p>
            <a:pPr>
              <a:buFont typeface="Arial" panose="020B0604020202020204" pitchFamily="34" charset="0"/>
              <a:buChar char="•"/>
            </a:pPr>
            <a:r>
              <a:rPr lang="en-US" dirty="0"/>
              <a:t>Ensemble ML models particularly </a:t>
            </a:r>
            <a:r>
              <a:rPr lang="en-US" b="1" dirty="0" err="1"/>
              <a:t>XGBoost</a:t>
            </a:r>
            <a:r>
              <a:rPr lang="en-US" b="1" dirty="0"/>
              <a:t> (Tuned) </a:t>
            </a:r>
            <a:r>
              <a:rPr lang="en-US" dirty="0"/>
              <a:t>achieved the highest forecasting accuracy across all evaluation metrics.</a:t>
            </a:r>
          </a:p>
          <a:p>
            <a:pPr>
              <a:buFont typeface="Arial" panose="020B0604020202020204" pitchFamily="34" charset="0"/>
              <a:buChar char="•"/>
            </a:pPr>
            <a:endParaRPr lang="en-US" dirty="0"/>
          </a:p>
          <a:p>
            <a:pPr>
              <a:buFont typeface="Arial" panose="020B0604020202020204" pitchFamily="34" charset="0"/>
              <a:buChar char="•"/>
            </a:pPr>
            <a:r>
              <a:rPr lang="en-US" dirty="0"/>
              <a:t>Deep learning models (LSTM, GRU, MLP) underperformed due to limited dataset size and weaker temporal patterns.</a:t>
            </a:r>
          </a:p>
          <a:p>
            <a:pPr>
              <a:buFont typeface="Arial" panose="020B0604020202020204" pitchFamily="34" charset="0"/>
              <a:buChar char="•"/>
            </a:pPr>
            <a:endParaRPr lang="en-US" dirty="0"/>
          </a:p>
          <a:p>
            <a:pPr>
              <a:buFont typeface="Arial" panose="020B0604020202020204" pitchFamily="34" charset="0"/>
              <a:buChar char="•"/>
            </a:pPr>
            <a:r>
              <a:rPr lang="en-US" dirty="0"/>
              <a:t>Feature engineering, especially time-based and cyclical features, significantly improved ML performance.</a:t>
            </a:r>
          </a:p>
          <a:p>
            <a:pPr>
              <a:buFont typeface="Arial" panose="020B0604020202020204" pitchFamily="34" charset="0"/>
              <a:buChar char="•"/>
            </a:pPr>
            <a:endParaRPr lang="en-US" dirty="0"/>
          </a:p>
          <a:p>
            <a:pPr>
              <a:buFont typeface="Arial" panose="020B0604020202020204" pitchFamily="34" charset="0"/>
              <a:buChar char="•"/>
            </a:pPr>
            <a:r>
              <a:rPr lang="en-US" dirty="0"/>
              <a:t>The final recommended model for practical deployment is </a:t>
            </a:r>
            <a:r>
              <a:rPr lang="en-US" b="1" dirty="0" err="1"/>
              <a:t>XGBoost</a:t>
            </a:r>
            <a:r>
              <a:rPr lang="en-US" b="1" dirty="0"/>
              <a:t> (Tuned)</a:t>
            </a:r>
            <a:r>
              <a:rPr lang="en-US" dirty="0"/>
              <a:t> due to its high accuracy, robustness, and operational efficiency.</a:t>
            </a:r>
          </a:p>
          <a:p>
            <a:endParaRPr lang="en-US" dirty="0"/>
          </a:p>
        </p:txBody>
      </p:sp>
      <p:sp>
        <p:nvSpPr>
          <p:cNvPr id="4" name="Google Shape;331;p36">
            <a:extLst>
              <a:ext uri="{FF2B5EF4-FFF2-40B4-BE49-F238E27FC236}">
                <a16:creationId xmlns:a16="http://schemas.microsoft.com/office/drawing/2014/main" id="{08944212-BACF-3D64-80E9-A065D9DF078C}"/>
              </a:ext>
            </a:extLst>
          </p:cNvPr>
          <p:cNvSpPr txBox="1">
            <a:spLocks/>
          </p:cNvSpPr>
          <p:nvPr/>
        </p:nvSpPr>
        <p:spPr>
          <a:xfrm>
            <a:off x="241332" y="242085"/>
            <a:ext cx="824400" cy="705000"/>
          </a:xfrm>
          <a:prstGeom prst="rect">
            <a:avLst/>
          </a:prstGeom>
          <a:solidFill>
            <a:schemeClr val="tx1"/>
          </a:solidFill>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 sz="3000" dirty="0">
                <a:solidFill>
                  <a:schemeClr val="lt1"/>
                </a:solidFill>
                <a:latin typeface="Figtree Black"/>
                <a:sym typeface="Figtree Black"/>
              </a:rPr>
              <a:t>5</a:t>
            </a:r>
            <a:endParaRPr lang="en" sz="3000" dirty="0"/>
          </a:p>
        </p:txBody>
      </p:sp>
      <p:sp>
        <p:nvSpPr>
          <p:cNvPr id="5" name="Google Shape;330;p36">
            <a:extLst>
              <a:ext uri="{FF2B5EF4-FFF2-40B4-BE49-F238E27FC236}">
                <a16:creationId xmlns:a16="http://schemas.microsoft.com/office/drawing/2014/main" id="{C07ECD99-2A9A-D776-BED1-5C7FEF6B395C}"/>
              </a:ext>
            </a:extLst>
          </p:cNvPr>
          <p:cNvSpPr txBox="1">
            <a:spLocks/>
          </p:cNvSpPr>
          <p:nvPr/>
        </p:nvSpPr>
        <p:spPr>
          <a:xfrm>
            <a:off x="241332" y="4609040"/>
            <a:ext cx="3764403" cy="278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1pPr>
            <a:lvl2pPr marL="914400" marR="0" lvl="1"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2pPr>
            <a:lvl3pPr marL="1371600" marR="0" lvl="2"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3pPr>
            <a:lvl4pPr marL="1828800" marR="0" lvl="3"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4pPr>
            <a:lvl5pPr marL="2286000" marR="0" lvl="4"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5pPr>
            <a:lvl6pPr marL="2743200" marR="0" lvl="5"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6pPr>
            <a:lvl7pPr marL="3200400" marR="0" lvl="6"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7pPr>
            <a:lvl8pPr marL="3657600" marR="0" lvl="7"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8pPr>
            <a:lvl9pPr marL="4114800" marR="0" lvl="8" indent="-317500" algn="ctr" rtl="0">
              <a:lnSpc>
                <a:spcPct val="100000"/>
              </a:lnSpc>
              <a:spcBef>
                <a:spcPts val="0"/>
              </a:spcBef>
              <a:spcAft>
                <a:spcPts val="0"/>
              </a:spcAft>
              <a:buClr>
                <a:schemeClr val="dk1"/>
              </a:buClr>
              <a:buSzPts val="1400"/>
              <a:buFont typeface="Hanken Grotesk"/>
              <a:buNone/>
              <a:defRPr sz="1400" b="0" i="0" u="none" strike="noStrike" cap="none">
                <a:solidFill>
                  <a:schemeClr val="dk1"/>
                </a:solidFill>
                <a:latin typeface="Hanken Grotesk"/>
                <a:ea typeface="Hanken Grotesk"/>
                <a:cs typeface="Hanken Grotesk"/>
                <a:sym typeface="Hanken Grotesk"/>
              </a:defRPr>
            </a:lvl9pPr>
          </a:lstStyle>
          <a:p>
            <a:pPr marL="0" indent="0"/>
            <a:r>
              <a:rPr lang="en-US" sz="1000" dirty="0"/>
              <a:t>Slide 20 - </a:t>
            </a:r>
            <a:fld id="{1612EBDF-BBCF-4455-9CA4-C9C775D5C22A}" type="datetime1">
              <a:rPr lang="en-US" sz="1000" smtClean="0"/>
              <a:t>12/4/2025</a:t>
            </a:fld>
            <a:endParaRPr lang="en-US" sz="1000" dirty="0"/>
          </a:p>
        </p:txBody>
      </p:sp>
    </p:spTree>
    <p:extLst>
      <p:ext uri="{BB962C8B-B14F-4D97-AF65-F5344CB8AC3E}">
        <p14:creationId xmlns:p14="http://schemas.microsoft.com/office/powerpoint/2010/main" val="47527994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856;p60">
            <a:extLst>
              <a:ext uri="{FF2B5EF4-FFF2-40B4-BE49-F238E27FC236}">
                <a16:creationId xmlns:a16="http://schemas.microsoft.com/office/drawing/2014/main" id="{F8A6C340-75AE-EE35-2E40-C1E36612A167}"/>
              </a:ext>
            </a:extLst>
          </p:cNvPr>
          <p:cNvSpPr txBox="1">
            <a:spLocks/>
          </p:cNvSpPr>
          <p:nvPr/>
        </p:nvSpPr>
        <p:spPr>
          <a:xfrm>
            <a:off x="1082688" y="523682"/>
            <a:ext cx="4448100" cy="10587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5200"/>
              <a:buFont typeface="Figtree Black"/>
              <a:buNone/>
              <a:defRPr sz="3800" b="0" i="0" u="none" strike="noStrike" cap="none">
                <a:solidFill>
                  <a:schemeClr val="dk1"/>
                </a:solidFill>
                <a:latin typeface="Figtree Black"/>
                <a:ea typeface="Figtree Black"/>
                <a:cs typeface="Figtree Black"/>
                <a:sym typeface="Figtree Black"/>
              </a:defRPr>
            </a:lvl1pPr>
            <a:lvl2pPr marR="0" lvl="1" algn="ctr" rtl="0">
              <a:lnSpc>
                <a:spcPct val="100000"/>
              </a:lnSpc>
              <a:spcBef>
                <a:spcPts val="0"/>
              </a:spcBef>
              <a:spcAft>
                <a:spcPts val="0"/>
              </a:spcAft>
              <a:buClr>
                <a:schemeClr val="dk1"/>
              </a:buClr>
              <a:buSzPts val="5200"/>
              <a:buFont typeface="Figtree Black"/>
              <a:buNone/>
              <a:defRPr sz="5200" b="0" i="0" u="none" strike="noStrike" cap="none">
                <a:solidFill>
                  <a:schemeClr val="dk1"/>
                </a:solidFill>
                <a:latin typeface="Figtree Black"/>
                <a:ea typeface="Figtree Black"/>
                <a:cs typeface="Figtree Black"/>
                <a:sym typeface="Figtree Black"/>
              </a:defRPr>
            </a:lvl2pPr>
            <a:lvl3pPr marR="0" lvl="2" algn="ctr" rtl="0">
              <a:lnSpc>
                <a:spcPct val="100000"/>
              </a:lnSpc>
              <a:spcBef>
                <a:spcPts val="0"/>
              </a:spcBef>
              <a:spcAft>
                <a:spcPts val="0"/>
              </a:spcAft>
              <a:buClr>
                <a:schemeClr val="dk1"/>
              </a:buClr>
              <a:buSzPts val="5200"/>
              <a:buFont typeface="Figtree Black"/>
              <a:buNone/>
              <a:defRPr sz="5200" b="0" i="0" u="none" strike="noStrike" cap="none">
                <a:solidFill>
                  <a:schemeClr val="dk1"/>
                </a:solidFill>
                <a:latin typeface="Figtree Black"/>
                <a:ea typeface="Figtree Black"/>
                <a:cs typeface="Figtree Black"/>
                <a:sym typeface="Figtree Black"/>
              </a:defRPr>
            </a:lvl3pPr>
            <a:lvl4pPr marR="0" lvl="3" algn="ctr" rtl="0">
              <a:lnSpc>
                <a:spcPct val="100000"/>
              </a:lnSpc>
              <a:spcBef>
                <a:spcPts val="0"/>
              </a:spcBef>
              <a:spcAft>
                <a:spcPts val="0"/>
              </a:spcAft>
              <a:buClr>
                <a:schemeClr val="dk1"/>
              </a:buClr>
              <a:buSzPts val="5200"/>
              <a:buFont typeface="Figtree Black"/>
              <a:buNone/>
              <a:defRPr sz="5200" b="0" i="0" u="none" strike="noStrike" cap="none">
                <a:solidFill>
                  <a:schemeClr val="dk1"/>
                </a:solidFill>
                <a:latin typeface="Figtree Black"/>
                <a:ea typeface="Figtree Black"/>
                <a:cs typeface="Figtree Black"/>
                <a:sym typeface="Figtree Black"/>
              </a:defRPr>
            </a:lvl4pPr>
            <a:lvl5pPr marR="0" lvl="4" algn="ctr" rtl="0">
              <a:lnSpc>
                <a:spcPct val="100000"/>
              </a:lnSpc>
              <a:spcBef>
                <a:spcPts val="0"/>
              </a:spcBef>
              <a:spcAft>
                <a:spcPts val="0"/>
              </a:spcAft>
              <a:buClr>
                <a:schemeClr val="dk1"/>
              </a:buClr>
              <a:buSzPts val="5200"/>
              <a:buFont typeface="Figtree Black"/>
              <a:buNone/>
              <a:defRPr sz="5200" b="0" i="0" u="none" strike="noStrike" cap="none">
                <a:solidFill>
                  <a:schemeClr val="dk1"/>
                </a:solidFill>
                <a:latin typeface="Figtree Black"/>
                <a:ea typeface="Figtree Black"/>
                <a:cs typeface="Figtree Black"/>
                <a:sym typeface="Figtree Black"/>
              </a:defRPr>
            </a:lvl5pPr>
            <a:lvl6pPr marR="0" lvl="5" algn="ctr" rtl="0">
              <a:lnSpc>
                <a:spcPct val="100000"/>
              </a:lnSpc>
              <a:spcBef>
                <a:spcPts val="0"/>
              </a:spcBef>
              <a:spcAft>
                <a:spcPts val="0"/>
              </a:spcAft>
              <a:buClr>
                <a:schemeClr val="dk1"/>
              </a:buClr>
              <a:buSzPts val="5200"/>
              <a:buFont typeface="Figtree Black"/>
              <a:buNone/>
              <a:defRPr sz="5200" b="0" i="0" u="none" strike="noStrike" cap="none">
                <a:solidFill>
                  <a:schemeClr val="dk1"/>
                </a:solidFill>
                <a:latin typeface="Figtree Black"/>
                <a:ea typeface="Figtree Black"/>
                <a:cs typeface="Figtree Black"/>
                <a:sym typeface="Figtree Black"/>
              </a:defRPr>
            </a:lvl6pPr>
            <a:lvl7pPr marR="0" lvl="6" algn="ctr" rtl="0">
              <a:lnSpc>
                <a:spcPct val="100000"/>
              </a:lnSpc>
              <a:spcBef>
                <a:spcPts val="0"/>
              </a:spcBef>
              <a:spcAft>
                <a:spcPts val="0"/>
              </a:spcAft>
              <a:buClr>
                <a:schemeClr val="dk1"/>
              </a:buClr>
              <a:buSzPts val="5200"/>
              <a:buFont typeface="Figtree Black"/>
              <a:buNone/>
              <a:defRPr sz="5200" b="0" i="0" u="none" strike="noStrike" cap="none">
                <a:solidFill>
                  <a:schemeClr val="dk1"/>
                </a:solidFill>
                <a:latin typeface="Figtree Black"/>
                <a:ea typeface="Figtree Black"/>
                <a:cs typeface="Figtree Black"/>
                <a:sym typeface="Figtree Black"/>
              </a:defRPr>
            </a:lvl7pPr>
            <a:lvl8pPr marR="0" lvl="7" algn="ctr" rtl="0">
              <a:lnSpc>
                <a:spcPct val="100000"/>
              </a:lnSpc>
              <a:spcBef>
                <a:spcPts val="0"/>
              </a:spcBef>
              <a:spcAft>
                <a:spcPts val="0"/>
              </a:spcAft>
              <a:buClr>
                <a:schemeClr val="dk1"/>
              </a:buClr>
              <a:buSzPts val="5200"/>
              <a:buFont typeface="Figtree Black"/>
              <a:buNone/>
              <a:defRPr sz="5200" b="0" i="0" u="none" strike="noStrike" cap="none">
                <a:solidFill>
                  <a:schemeClr val="dk1"/>
                </a:solidFill>
                <a:latin typeface="Figtree Black"/>
                <a:ea typeface="Figtree Black"/>
                <a:cs typeface="Figtree Black"/>
                <a:sym typeface="Figtree Black"/>
              </a:defRPr>
            </a:lvl8pPr>
            <a:lvl9pPr marR="0" lvl="8" algn="ctr" rtl="0">
              <a:lnSpc>
                <a:spcPct val="100000"/>
              </a:lnSpc>
              <a:spcBef>
                <a:spcPts val="0"/>
              </a:spcBef>
              <a:spcAft>
                <a:spcPts val="0"/>
              </a:spcAft>
              <a:buClr>
                <a:schemeClr val="dk1"/>
              </a:buClr>
              <a:buSzPts val="5200"/>
              <a:buFont typeface="Figtree Black"/>
              <a:buNone/>
              <a:defRPr sz="5200" b="0" i="0" u="none" strike="noStrike" cap="none">
                <a:solidFill>
                  <a:schemeClr val="dk1"/>
                </a:solidFill>
                <a:latin typeface="Figtree Black"/>
                <a:ea typeface="Figtree Black"/>
                <a:cs typeface="Figtree Black"/>
                <a:sym typeface="Figtree Black"/>
              </a:defRPr>
            </a:lvl9pPr>
          </a:lstStyle>
          <a:p>
            <a:r>
              <a:rPr lang="en-US" sz="4800" dirty="0"/>
              <a:t>Thanks</a:t>
            </a:r>
            <a:r>
              <a:rPr lang="en-US" sz="3200" dirty="0"/>
              <a:t>!</a:t>
            </a:r>
          </a:p>
        </p:txBody>
      </p:sp>
      <p:sp>
        <p:nvSpPr>
          <p:cNvPr id="5" name="Google Shape;857;p60">
            <a:extLst>
              <a:ext uri="{FF2B5EF4-FFF2-40B4-BE49-F238E27FC236}">
                <a16:creationId xmlns:a16="http://schemas.microsoft.com/office/drawing/2014/main" id="{7DB76A5F-F4A8-3A6C-EF76-F5C6457BB41C}"/>
              </a:ext>
            </a:extLst>
          </p:cNvPr>
          <p:cNvSpPr txBox="1">
            <a:spLocks noGrp="1"/>
          </p:cNvSpPr>
          <p:nvPr>
            <p:ph type="subTitle" idx="1"/>
          </p:nvPr>
        </p:nvSpPr>
        <p:spPr>
          <a:xfrm>
            <a:off x="1082688" y="1381629"/>
            <a:ext cx="4448100" cy="2562348"/>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1" dirty="0"/>
              <a:t>Do you have any questions?</a:t>
            </a:r>
          </a:p>
          <a:p>
            <a:pPr marL="0" lvl="0" indent="0" algn="l" rtl="0">
              <a:spcBef>
                <a:spcPts val="0"/>
              </a:spcBef>
              <a:spcAft>
                <a:spcPts val="0"/>
              </a:spcAft>
              <a:buNone/>
            </a:pPr>
            <a:endParaRPr lang="en" b="1" dirty="0"/>
          </a:p>
          <a:p>
            <a:pPr marL="0" lvl="0" indent="0" algn="l" rtl="0">
              <a:spcBef>
                <a:spcPts val="0"/>
              </a:spcBef>
              <a:spcAft>
                <a:spcPts val="0"/>
              </a:spcAft>
              <a:buNone/>
            </a:pPr>
            <a:r>
              <a:rPr lang="en-US" b="1" dirty="0"/>
              <a:t>Presenter,</a:t>
            </a:r>
          </a:p>
          <a:p>
            <a:pPr marL="0" lvl="0" indent="0" algn="l" rtl="0">
              <a:spcBef>
                <a:spcPts val="0"/>
              </a:spcBef>
              <a:spcAft>
                <a:spcPts val="0"/>
              </a:spcAft>
              <a:buNone/>
            </a:pPr>
            <a:r>
              <a:rPr lang="en-US" b="1" dirty="0"/>
              <a:t>Sujit Koirala </a:t>
            </a:r>
          </a:p>
          <a:p>
            <a:pPr marL="0" lvl="0" indent="0" algn="l" rtl="0">
              <a:spcBef>
                <a:spcPts val="0"/>
              </a:spcBef>
              <a:spcAft>
                <a:spcPts val="0"/>
              </a:spcAft>
              <a:buNone/>
            </a:pPr>
            <a:endParaRPr lang="en-US" b="1" dirty="0"/>
          </a:p>
          <a:p>
            <a:pPr marL="0" lvl="0" indent="0" algn="l" rtl="0">
              <a:spcBef>
                <a:spcPts val="0"/>
              </a:spcBef>
              <a:spcAft>
                <a:spcPts val="0"/>
              </a:spcAft>
              <a:buNone/>
            </a:pPr>
            <a:r>
              <a:rPr lang="en-US" dirty="0"/>
              <a:t>The Department Of Electrical Engineering </a:t>
            </a:r>
          </a:p>
          <a:p>
            <a:pPr marL="0" lvl="0" indent="0" algn="l" rtl="0">
              <a:spcBef>
                <a:spcPts val="0"/>
              </a:spcBef>
              <a:spcAft>
                <a:spcPts val="0"/>
              </a:spcAft>
              <a:buNone/>
            </a:pPr>
            <a:r>
              <a:rPr lang="en-US" dirty="0"/>
              <a:t>Masters Of Science In Power System Engineering</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Tribhuvan University</a:t>
            </a:r>
          </a:p>
          <a:p>
            <a:pPr marL="0" lvl="0" indent="0" algn="l" rtl="0">
              <a:spcBef>
                <a:spcPts val="0"/>
              </a:spcBef>
              <a:spcAft>
                <a:spcPts val="0"/>
              </a:spcAft>
              <a:buNone/>
            </a:pPr>
            <a:r>
              <a:rPr lang="en-US" dirty="0"/>
              <a:t>Institute of Engineering</a:t>
            </a:r>
          </a:p>
          <a:p>
            <a:pPr marL="0" lvl="0" indent="0" algn="l" rtl="0">
              <a:spcBef>
                <a:spcPts val="0"/>
              </a:spcBef>
              <a:spcAft>
                <a:spcPts val="0"/>
              </a:spcAft>
              <a:buNone/>
            </a:pPr>
            <a:r>
              <a:rPr lang="en-US" dirty="0" err="1"/>
              <a:t>Pulchowk</a:t>
            </a:r>
            <a:r>
              <a:rPr lang="en-US" dirty="0"/>
              <a:t> Campus</a:t>
            </a:r>
          </a:p>
          <a:p>
            <a:pPr marL="0" lvl="0" indent="0" algn="l" rtl="0">
              <a:spcBef>
                <a:spcPts val="0"/>
              </a:spcBef>
              <a:spcAft>
                <a:spcPts val="0"/>
              </a:spcAft>
              <a:buNone/>
            </a:pPr>
            <a:endParaRPr b="1" dirty="0"/>
          </a:p>
        </p:txBody>
      </p:sp>
    </p:spTree>
    <p:extLst>
      <p:ext uri="{BB962C8B-B14F-4D97-AF65-F5344CB8AC3E}">
        <p14:creationId xmlns:p14="http://schemas.microsoft.com/office/powerpoint/2010/main" val="279923064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594"/>
        <p:cNvGrpSpPr/>
        <p:nvPr/>
      </p:nvGrpSpPr>
      <p:grpSpPr>
        <a:xfrm>
          <a:off x="0" y="0"/>
          <a:ext cx="0" cy="0"/>
          <a:chOff x="0" y="0"/>
          <a:chExt cx="0" cy="0"/>
        </a:xfrm>
      </p:grpSpPr>
      <p:sp>
        <p:nvSpPr>
          <p:cNvPr id="595" name="Google Shape;595;p48"/>
          <p:cNvSpPr txBox="1">
            <a:spLocks noGrp="1"/>
          </p:cNvSpPr>
          <p:nvPr>
            <p:ph type="title"/>
          </p:nvPr>
        </p:nvSpPr>
        <p:spPr>
          <a:xfrm>
            <a:off x="546380" y="364002"/>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References</a:t>
            </a:r>
            <a:endParaRPr dirty="0"/>
          </a:p>
        </p:txBody>
      </p:sp>
      <p:sp>
        <p:nvSpPr>
          <p:cNvPr id="596" name="Google Shape;596;p48"/>
          <p:cNvSpPr txBox="1">
            <a:spLocks noGrp="1"/>
          </p:cNvSpPr>
          <p:nvPr>
            <p:ph type="body" idx="1"/>
          </p:nvPr>
        </p:nvSpPr>
        <p:spPr>
          <a:xfrm>
            <a:off x="546380" y="874176"/>
            <a:ext cx="7704000" cy="3876995"/>
          </a:xfrm>
          <a:prstGeom prst="rect">
            <a:avLst/>
          </a:prstGeom>
        </p:spPr>
        <p:txBody>
          <a:bodyPr spcFirstLastPara="1" wrap="square" lIns="91425" tIns="91425" rIns="91425" bIns="91425" anchor="t" anchorCtr="0">
            <a:noAutofit/>
          </a:bodyPr>
          <a:lstStyle/>
          <a:p>
            <a:pPr marL="457200" lvl="0" indent="-317500" algn="l" rtl="0">
              <a:spcBef>
                <a:spcPts val="1000"/>
              </a:spcBef>
              <a:spcAft>
                <a:spcPts val="0"/>
              </a:spcAft>
              <a:buSzPts val="1400"/>
              <a:buFont typeface="Hanken Grotesk"/>
              <a:buChar char="●"/>
            </a:pPr>
            <a:r>
              <a:rPr lang="en-US" sz="1050" dirty="0"/>
              <a:t>Acharya, S., </a:t>
            </a:r>
            <a:r>
              <a:rPr lang="en-US" sz="1050" dirty="0" err="1"/>
              <a:t>Luintel</a:t>
            </a:r>
            <a:r>
              <a:rPr lang="en-US" sz="1050" dirty="0"/>
              <a:t>, M. C., &amp; </a:t>
            </a:r>
            <a:r>
              <a:rPr lang="en-US" sz="1050" dirty="0" err="1"/>
              <a:t>Badrudoza</a:t>
            </a:r>
            <a:r>
              <a:rPr lang="en-US" sz="1050" dirty="0"/>
              <a:t>, M. (n.d.). Short-term load forecasting of </a:t>
            </a:r>
            <a:r>
              <a:rPr lang="en-US" sz="1050" dirty="0" err="1"/>
              <a:t>Gothatar</a:t>
            </a:r>
            <a:r>
              <a:rPr lang="en-US" sz="1050" dirty="0"/>
              <a:t> feeder of Nepal Electricity Authority using Recurrent Neural Network. Publisher not specified.</a:t>
            </a:r>
          </a:p>
          <a:p>
            <a:pPr marL="457200" lvl="0" indent="-317500" algn="l" rtl="0">
              <a:spcBef>
                <a:spcPts val="1000"/>
              </a:spcBef>
              <a:spcAft>
                <a:spcPts val="0"/>
              </a:spcAft>
              <a:buSzPts val="1400"/>
              <a:buFont typeface="Hanken Grotesk"/>
              <a:buChar char="●"/>
            </a:pPr>
            <a:r>
              <a:rPr lang="en-US" sz="1050" dirty="0"/>
              <a:t>Desai, S., Dalal, T., Kadam, S., &amp; Mishra, S. (2021). Electrical load forecasting using machine learning. IEEE (ICSCAN 2021).</a:t>
            </a:r>
          </a:p>
          <a:p>
            <a:pPr marL="457200" lvl="0" indent="-317500" algn="l" rtl="0">
              <a:spcBef>
                <a:spcPts val="1000"/>
              </a:spcBef>
              <a:spcAft>
                <a:spcPts val="0"/>
              </a:spcAft>
              <a:buSzPts val="1400"/>
              <a:buFont typeface="Hanken Grotesk"/>
              <a:buChar char="●"/>
            </a:pPr>
            <a:r>
              <a:rPr lang="en-US" sz="1050" dirty="0"/>
              <a:t>Singla, M. K., Gupta, J., Nijhawan, P., &amp; Oberoi, A. S. (2019). Electrical load forecasting using machine learning. International Journal.</a:t>
            </a:r>
          </a:p>
          <a:p>
            <a:pPr marL="457200" lvl="0" indent="-317500" algn="l" rtl="0">
              <a:spcBef>
                <a:spcPts val="1000"/>
              </a:spcBef>
              <a:spcAft>
                <a:spcPts val="0"/>
              </a:spcAft>
              <a:buSzPts val="1400"/>
              <a:buFont typeface="Hanken Grotesk"/>
              <a:buChar char="●"/>
            </a:pPr>
            <a:r>
              <a:rPr lang="en-US" sz="1050" dirty="0"/>
              <a:t>Saglam, M., </a:t>
            </a:r>
            <a:r>
              <a:rPr lang="en-US" sz="1050" dirty="0" err="1"/>
              <a:t>Lv</a:t>
            </a:r>
            <a:r>
              <a:rPr lang="en-US" sz="1050" dirty="0"/>
              <a:t>, X., </a:t>
            </a:r>
            <a:r>
              <a:rPr lang="en-US" sz="1050" dirty="0" err="1"/>
              <a:t>Spataru</a:t>
            </a:r>
            <a:r>
              <a:rPr lang="en-US" sz="1050" dirty="0"/>
              <a:t>, C., &amp; </a:t>
            </a:r>
            <a:r>
              <a:rPr lang="en-US" sz="1050" dirty="0" err="1"/>
              <a:t>Karaman</a:t>
            </a:r>
            <a:r>
              <a:rPr lang="en-US" sz="1050" dirty="0"/>
              <a:t>, O. A. (2024). Instantaneous electricity peak load forecasting using optimization and machine learning. Energies.</a:t>
            </a:r>
          </a:p>
          <a:p>
            <a:pPr marL="457200" lvl="0" indent="-317500" algn="l" rtl="0">
              <a:spcBef>
                <a:spcPts val="1000"/>
              </a:spcBef>
              <a:spcAft>
                <a:spcPts val="0"/>
              </a:spcAft>
              <a:buSzPts val="1400"/>
              <a:buFont typeface="Hanken Grotesk"/>
              <a:buChar char="●"/>
            </a:pPr>
            <a:r>
              <a:rPr lang="en-US" sz="1050" dirty="0" err="1"/>
              <a:t>Matrenin</a:t>
            </a:r>
            <a:r>
              <a:rPr lang="en-US" sz="1050" dirty="0"/>
              <a:t>, P., </a:t>
            </a:r>
            <a:r>
              <a:rPr lang="en-US" sz="1050" dirty="0" err="1"/>
              <a:t>Safaraliev</a:t>
            </a:r>
            <a:r>
              <a:rPr lang="en-US" sz="1050" dirty="0"/>
              <a:t>, M., Dmitriev, S., Kokin, S., </a:t>
            </a:r>
            <a:r>
              <a:rPr lang="en-US" sz="1050" dirty="0" err="1"/>
              <a:t>Ghulomzoda</a:t>
            </a:r>
            <a:r>
              <a:rPr lang="en-US" sz="1050" dirty="0"/>
              <a:t>, A., &amp; </a:t>
            </a:r>
            <a:r>
              <a:rPr lang="en-US" sz="1050" dirty="0" err="1"/>
              <a:t>Mitrofanov</a:t>
            </a:r>
            <a:r>
              <a:rPr lang="en-US" sz="1050" dirty="0"/>
              <a:t>, S. (2022). Medium-term load forecasting in isolated power systems based on ensemble machine learning models. Energy Reports.</a:t>
            </a:r>
          </a:p>
          <a:p>
            <a:pPr marL="457200" lvl="0" indent="-317500" algn="l" rtl="0">
              <a:spcBef>
                <a:spcPts val="1000"/>
              </a:spcBef>
              <a:spcAft>
                <a:spcPts val="0"/>
              </a:spcAft>
              <a:buSzPts val="1400"/>
              <a:buFont typeface="Hanken Grotesk"/>
              <a:buChar char="●"/>
            </a:pPr>
            <a:r>
              <a:rPr lang="en-US" sz="1050" dirty="0"/>
              <a:t>Aguilar Madrid, E., &amp; Antonio, N. (2021). Short-term electricity load forecasting with machine learning. Information.</a:t>
            </a:r>
          </a:p>
          <a:p>
            <a:pPr marL="457200" lvl="0" indent="-317500" algn="l" rtl="0">
              <a:spcBef>
                <a:spcPts val="1000"/>
              </a:spcBef>
              <a:spcAft>
                <a:spcPts val="0"/>
              </a:spcAft>
              <a:buSzPts val="1400"/>
              <a:buFont typeface="Hanken Grotesk"/>
              <a:buChar char="●"/>
            </a:pPr>
            <a:r>
              <a:rPr lang="en-US" sz="1050" dirty="0"/>
              <a:t>Cordeiro-Costas, M., Villanueva, D., </a:t>
            </a:r>
            <a:r>
              <a:rPr lang="en-US" sz="1050" dirty="0" err="1"/>
              <a:t>Eguía-Oller</a:t>
            </a:r>
            <a:r>
              <a:rPr lang="en-US" sz="1050" dirty="0"/>
              <a:t>, P., Martínez-</a:t>
            </a:r>
            <a:r>
              <a:rPr lang="en-US" sz="1050" dirty="0" err="1"/>
              <a:t>Comesaña</a:t>
            </a:r>
            <a:r>
              <a:rPr lang="en-US" sz="1050" dirty="0"/>
              <a:t>, M., &amp; Ramos, S. (2023). Load forecasting with machine learning and deep learning methods. Applied Sciences.</a:t>
            </a:r>
          </a:p>
          <a:p>
            <a:pPr marL="457200" lvl="0" indent="-317500" algn="l" rtl="0">
              <a:spcBef>
                <a:spcPts val="1000"/>
              </a:spcBef>
              <a:spcAft>
                <a:spcPts val="0"/>
              </a:spcAft>
              <a:buSzPts val="1400"/>
              <a:buFont typeface="Hanken Grotesk"/>
              <a:buChar char="●"/>
            </a:pPr>
            <a:r>
              <a:rPr lang="en-US" sz="1050" dirty="0"/>
              <a:t>Guo, W., Che, L., </a:t>
            </a:r>
            <a:r>
              <a:rPr lang="en-US" sz="1050" dirty="0" err="1"/>
              <a:t>Shahidehpour</a:t>
            </a:r>
            <a:r>
              <a:rPr lang="en-US" sz="1050" dirty="0"/>
              <a:t>, M., &amp; Wan, X. (2021). Machine-learning-based methods in short-term load forecasting. The Electricity Journal.</a:t>
            </a:r>
          </a:p>
          <a:p>
            <a:pPr marL="457200" lvl="0" indent="-317500" algn="l" rtl="0">
              <a:spcBef>
                <a:spcPts val="1000"/>
              </a:spcBef>
              <a:spcAft>
                <a:spcPts val="0"/>
              </a:spcAft>
              <a:buSzPts val="1400"/>
              <a:buFont typeface="Hanken Grotesk"/>
              <a:buChar char="●"/>
            </a:pPr>
            <a:r>
              <a:rPr lang="en-US" sz="1050" dirty="0" err="1"/>
              <a:t>Chapagain</a:t>
            </a:r>
            <a:r>
              <a:rPr lang="en-US" sz="1050" dirty="0"/>
              <a:t>, K., Acharya, S., </a:t>
            </a:r>
            <a:r>
              <a:rPr lang="en-US" sz="1050" dirty="0" err="1"/>
              <a:t>Bhusal</a:t>
            </a:r>
            <a:r>
              <a:rPr lang="en-US" sz="1050" dirty="0"/>
              <a:t>, H., </a:t>
            </a:r>
            <a:r>
              <a:rPr lang="en-US" sz="1050" dirty="0" err="1"/>
              <a:t>Katuwal</a:t>
            </a:r>
            <a:r>
              <a:rPr lang="en-US" sz="1050" dirty="0"/>
              <a:t>, S., </a:t>
            </a:r>
            <a:r>
              <a:rPr lang="en-US" sz="1050" dirty="0" err="1"/>
              <a:t>Lakhey</a:t>
            </a:r>
            <a:r>
              <a:rPr lang="en-US" sz="1050" dirty="0"/>
              <a:t>, O., Neupane, P., Sah, R. K., Tamang, B., &amp; </a:t>
            </a:r>
            <a:r>
              <a:rPr lang="en-US" sz="1050" dirty="0" err="1"/>
              <a:t>Rajbhandari</a:t>
            </a:r>
            <a:r>
              <a:rPr lang="en-US" sz="1050" dirty="0"/>
              <a:t>, Y. (2021). Short-term electricity demand forecasting for Kathmandu Valley, Nepal. Kathmandu University Journal of Science, Engineering and Technology.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111</TotalTime>
  <Words>1477</Words>
  <Application>Microsoft Office PowerPoint</Application>
  <PresentationFormat>On-screen Show (16:9)</PresentationFormat>
  <Paragraphs>326</Paragraphs>
  <Slides>24</Slides>
  <Notes>8</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24</vt:i4>
      </vt:variant>
    </vt:vector>
  </HeadingPairs>
  <TitlesOfParts>
    <vt:vector size="32" baseType="lpstr">
      <vt:lpstr>Arial</vt:lpstr>
      <vt:lpstr>Nunito Light</vt:lpstr>
      <vt:lpstr>Aptos Display</vt:lpstr>
      <vt:lpstr>Figtree Black</vt:lpstr>
      <vt:lpstr>Aptos</vt:lpstr>
      <vt:lpstr>Lato</vt:lpstr>
      <vt:lpstr>Hanken Grotesk</vt:lpstr>
      <vt:lpstr>Office Theme</vt:lpstr>
      <vt:lpstr>SHORT-TERM ELECTRICAL LOAD FORECASTING FOR BANESHWOR FEEDER USING MACHINE AND DEEP LEARNING MODELS</vt:lpstr>
      <vt:lpstr>Table of contents</vt:lpstr>
      <vt:lpstr>Introduction</vt:lpstr>
      <vt:lpstr>Problem Statement</vt:lpstr>
      <vt:lpstr>Objectives</vt:lpstr>
      <vt:lpstr>Methodology</vt:lpstr>
      <vt:lpstr>Data Acquisition &amp; Preprocessing</vt:lpstr>
      <vt:lpstr>Data Acquisition &amp; Preprocessing</vt:lpstr>
      <vt:lpstr>Exploratory Data Analysis</vt:lpstr>
      <vt:lpstr>Exploratory Data Analysis</vt:lpstr>
      <vt:lpstr>Exploratory Data Analysis</vt:lpstr>
      <vt:lpstr>Exploratory Data Analysis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Conclusion</vt:lpstr>
      <vt:lpstr>PowerPoint Presentation</vt:lpstr>
      <vt:lpstr>References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Ashish Gupta</cp:lastModifiedBy>
  <cp:revision>23</cp:revision>
  <dcterms:modified xsi:type="dcterms:W3CDTF">2025-12-04T11:57:53Z</dcterms:modified>
</cp:coreProperties>
</file>